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3" r:id="rId5"/>
    <p:sldId id="274" r:id="rId6"/>
    <p:sldId id="262" r:id="rId7"/>
    <p:sldId id="281" r:id="rId8"/>
    <p:sldId id="264" r:id="rId9"/>
    <p:sldId id="275" r:id="rId10"/>
    <p:sldId id="276" r:id="rId11"/>
    <p:sldId id="277" r:id="rId12"/>
    <p:sldId id="278" r:id="rId13"/>
    <p:sldId id="279" r:id="rId14"/>
    <p:sldId id="280" r:id="rId15"/>
    <p:sldId id="258" r:id="rId16"/>
    <p:sldId id="259" r:id="rId17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AEB7"/>
    <a:srgbClr val="EEC5FF"/>
    <a:srgbClr val="F2D1FF"/>
    <a:srgbClr val="FFB7DB"/>
    <a:srgbClr val="F6E2FF"/>
    <a:srgbClr val="C48AAA"/>
    <a:srgbClr val="D8CED3"/>
    <a:srgbClr val="EEE3FD"/>
    <a:srgbClr val="FFE1F0"/>
    <a:srgbClr val="E1F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9673C-6A86-46C7-8ECF-8476E31602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B0BCABC-3A96-4181-82C3-CB01396F21F5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Standard (Provisioned)</a:t>
          </a:r>
          <a:endParaRPr lang="ru-RU" dirty="0"/>
        </a:p>
      </dgm:t>
    </dgm:pt>
    <dgm:pt modelId="{A2E42270-E86B-4283-920C-F3D10EF35C89}" type="parTrans" cxnId="{454E34DA-5A97-4AB1-A16D-D019C34B9D50}">
      <dgm:prSet/>
      <dgm:spPr/>
      <dgm:t>
        <a:bodyPr/>
        <a:lstStyle/>
        <a:p>
          <a:endParaRPr lang="ru-RU"/>
        </a:p>
      </dgm:t>
    </dgm:pt>
    <dgm:pt modelId="{BC8DD3D3-F039-49FF-8799-049EA44BA226}" type="sibTrans" cxnId="{454E34DA-5A97-4AB1-A16D-D019C34B9D50}">
      <dgm:prSet/>
      <dgm:spPr/>
      <dgm:t>
        <a:bodyPr/>
        <a:lstStyle/>
        <a:p>
          <a:endParaRPr lang="ru-RU"/>
        </a:p>
      </dgm:t>
    </dgm:pt>
    <dgm:pt modelId="{14F875B6-DC78-4559-8FB0-5997CD4C014B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Serverless (v1 и v2)</a:t>
          </a:r>
          <a:endParaRPr lang="ru-RU" dirty="0"/>
        </a:p>
      </dgm:t>
    </dgm:pt>
    <dgm:pt modelId="{99ED8421-876C-4CA3-A65C-9E85734238CA}" type="parTrans" cxnId="{A39C3CD0-3053-47E8-85B4-046677963890}">
      <dgm:prSet/>
      <dgm:spPr/>
      <dgm:t>
        <a:bodyPr/>
        <a:lstStyle/>
        <a:p>
          <a:endParaRPr lang="ru-RU"/>
        </a:p>
      </dgm:t>
    </dgm:pt>
    <dgm:pt modelId="{F066A650-777C-4D41-9904-8FD3397E4BA3}" type="sibTrans" cxnId="{A39C3CD0-3053-47E8-85B4-046677963890}">
      <dgm:prSet/>
      <dgm:spPr/>
      <dgm:t>
        <a:bodyPr/>
        <a:lstStyle/>
        <a:p>
          <a:endParaRPr lang="ru-RU"/>
        </a:p>
      </dgm:t>
    </dgm:pt>
    <dgm:pt modelId="{16CBB315-7770-4CFB-BAC7-61414550E979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DSQL (Distributed SQL) </a:t>
          </a:r>
          <a:endParaRPr lang="ru-RU" dirty="0"/>
        </a:p>
      </dgm:t>
    </dgm:pt>
    <dgm:pt modelId="{A52B7223-9C36-4DAA-BF0D-D22DCCB84840}" type="parTrans" cxnId="{07B0F98A-5B8E-41AB-AB12-EDD6A5BB0F42}">
      <dgm:prSet/>
      <dgm:spPr/>
      <dgm:t>
        <a:bodyPr/>
        <a:lstStyle/>
        <a:p>
          <a:endParaRPr lang="ru-RU"/>
        </a:p>
      </dgm:t>
    </dgm:pt>
    <dgm:pt modelId="{5E6FC53B-C48C-474F-B5D3-285A533587FE}" type="sibTrans" cxnId="{07B0F98A-5B8E-41AB-AB12-EDD6A5BB0F42}">
      <dgm:prSet/>
      <dgm:spPr/>
      <dgm:t>
        <a:bodyPr/>
        <a:lstStyle/>
        <a:p>
          <a:endParaRPr lang="ru-RU"/>
        </a:p>
      </dgm:t>
    </dgm:pt>
    <dgm:pt modelId="{8B4160C6-D761-4CE3-BB49-F9240EADB924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Классическая архитектура, где вы вручную выбираете размер вычислительных узлов (инстансов). Подходит для систем с предсказуемой и стабильной нагрузкой. Данные хранятся в общем томе, который автоматически увеличивается в размере по мере необходимости (вплоть до 128 ТБ).</a:t>
          </a:r>
          <a:endParaRPr lang="ru-RU" dirty="0"/>
        </a:p>
      </dgm:t>
    </dgm:pt>
    <dgm:pt modelId="{92A40E33-7799-42D6-BDAE-E2EDEFA19B93}" type="parTrans" cxnId="{4F5520C8-B4D2-4E15-A3AA-2EA25FDA20D2}">
      <dgm:prSet/>
      <dgm:spPr/>
      <dgm:t>
        <a:bodyPr/>
        <a:lstStyle/>
        <a:p>
          <a:endParaRPr lang="ru-RU"/>
        </a:p>
      </dgm:t>
    </dgm:pt>
    <dgm:pt modelId="{BEECD763-74E2-4ABF-83D0-4103F5C10784}" type="sibTrans" cxnId="{4F5520C8-B4D2-4E15-A3AA-2EA25FDA20D2}">
      <dgm:prSet/>
      <dgm:spPr/>
      <dgm:t>
        <a:bodyPr/>
        <a:lstStyle/>
        <a:p>
          <a:endParaRPr lang="ru-RU"/>
        </a:p>
      </dgm:t>
    </dgm:pt>
    <dgm:pt modelId="{C115ECAF-0C86-491C-AAA3-1A2B4C0A5003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pPr>
            <a:buClr>
              <a:srgbClr val="000000"/>
            </a:buClr>
            <a:buSzPts val="1100"/>
            <a:buFont typeface="+mj-lt"/>
            <a:buAutoNum type="arabicPeriod"/>
          </a:pP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Бессерверный вариант для переменчивых нагрузок. В версии Serverless v2 база данных масштабируется за доли секунды, добавляя или убирая ресурсы порциями по 0.5 ACU (Aurora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Capacity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 Разработчикам вообще не нужно думать о выделении серверов — база сама подстраивается под скачки трафика.</a:t>
          </a:r>
          <a:endParaRPr lang="ru-RU" dirty="0"/>
        </a:p>
      </dgm:t>
    </dgm:pt>
    <dgm:pt modelId="{CD281719-448F-4142-957E-4BC497F7ED5F}" type="parTrans" cxnId="{947BD1CD-25D8-436D-869C-7B4DD5C381DB}">
      <dgm:prSet/>
      <dgm:spPr/>
      <dgm:t>
        <a:bodyPr/>
        <a:lstStyle/>
        <a:p>
          <a:endParaRPr lang="ru-RU"/>
        </a:p>
      </dgm:t>
    </dgm:pt>
    <dgm:pt modelId="{D998ED28-1B3E-40C9-944A-9FEB9ED6EA89}" type="sibTrans" cxnId="{947BD1CD-25D8-436D-869C-7B4DD5C381DB}">
      <dgm:prSet/>
      <dgm:spPr/>
      <dgm:t>
        <a:bodyPr/>
        <a:lstStyle/>
        <a:p>
          <a:endParaRPr lang="ru-RU"/>
        </a:p>
      </dgm:t>
    </dgm:pt>
    <dgm:pt modelId="{940777EE-7532-47DE-BA05-948846123BF6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Новейшая итерация, представленная в 2024 году. Это полностью распределенная база данных с архитектурой "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active-active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", способная записывать данные одновременно в нескольких регионах. Она обеспечивает доступность на уровне 99.999% и использует уникальную архитектуру без блокировок (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lockless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): за консистентность транзакций отвечают специальные узлы-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Adjudicators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, а тарификация идет в DPU (Distributed Processing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</a:t>
          </a:r>
          <a:endParaRPr lang="ru-RU" dirty="0"/>
        </a:p>
      </dgm:t>
    </dgm:pt>
    <dgm:pt modelId="{7D6FBBFD-4E04-4DFE-A82B-153344BE3EC6}" type="sibTrans" cxnId="{8CD5289C-D244-4139-AD70-E3C9A5701D86}">
      <dgm:prSet/>
      <dgm:spPr/>
      <dgm:t>
        <a:bodyPr/>
        <a:lstStyle/>
        <a:p>
          <a:endParaRPr lang="ru-RU"/>
        </a:p>
      </dgm:t>
    </dgm:pt>
    <dgm:pt modelId="{75E01DD3-F1A3-46AB-A0E1-AB7E6DE8204C}" type="parTrans" cxnId="{8CD5289C-D244-4139-AD70-E3C9A5701D86}">
      <dgm:prSet/>
      <dgm:spPr/>
      <dgm:t>
        <a:bodyPr/>
        <a:lstStyle/>
        <a:p>
          <a:endParaRPr lang="ru-RU"/>
        </a:p>
      </dgm:t>
    </dgm:pt>
    <dgm:pt modelId="{5D12DC4B-E4E7-4F65-A0C7-64AF01DA29DC}" type="pres">
      <dgm:prSet presAssocID="{2EC9673C-6A86-46C7-8ECF-8476E3160259}" presName="linear" presStyleCnt="0">
        <dgm:presLayoutVars>
          <dgm:dir/>
          <dgm:animLvl val="lvl"/>
          <dgm:resizeHandles val="exact"/>
        </dgm:presLayoutVars>
      </dgm:prSet>
      <dgm:spPr/>
    </dgm:pt>
    <dgm:pt modelId="{BC4494B5-5087-40C8-A12C-8872430F1152}" type="pres">
      <dgm:prSet presAssocID="{1B0BCABC-3A96-4181-82C3-CB01396F21F5}" presName="parentLin" presStyleCnt="0"/>
      <dgm:spPr/>
    </dgm:pt>
    <dgm:pt modelId="{F2DCA847-13FD-4081-8BA5-0D61382B9728}" type="pres">
      <dgm:prSet presAssocID="{1B0BCABC-3A96-4181-82C3-CB01396F21F5}" presName="parentLeftMargin" presStyleLbl="node1" presStyleIdx="0" presStyleCnt="3"/>
      <dgm:spPr/>
    </dgm:pt>
    <dgm:pt modelId="{94981BE3-B611-4D3E-8AB2-65FE793B3DC2}" type="pres">
      <dgm:prSet presAssocID="{1B0BCABC-3A96-4181-82C3-CB01396F21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71909A-17C1-4882-B990-62A867F5DE6D}" type="pres">
      <dgm:prSet presAssocID="{1B0BCABC-3A96-4181-82C3-CB01396F21F5}" presName="negativeSpace" presStyleCnt="0"/>
      <dgm:spPr/>
    </dgm:pt>
    <dgm:pt modelId="{9A82A65F-87F8-471A-A8FE-8C2558F3BFFC}" type="pres">
      <dgm:prSet presAssocID="{1B0BCABC-3A96-4181-82C3-CB01396F21F5}" presName="childText" presStyleLbl="conFgAcc1" presStyleIdx="0" presStyleCnt="3">
        <dgm:presLayoutVars>
          <dgm:bulletEnabled val="1"/>
        </dgm:presLayoutVars>
      </dgm:prSet>
      <dgm:spPr/>
    </dgm:pt>
    <dgm:pt modelId="{EB187593-223A-47DF-8A52-3714FCA46C51}" type="pres">
      <dgm:prSet presAssocID="{BC8DD3D3-F039-49FF-8799-049EA44BA226}" presName="spaceBetweenRectangles" presStyleCnt="0"/>
      <dgm:spPr/>
    </dgm:pt>
    <dgm:pt modelId="{BBD987B7-39A0-4021-9015-2D012D50350A}" type="pres">
      <dgm:prSet presAssocID="{14F875B6-DC78-4559-8FB0-5997CD4C014B}" presName="parentLin" presStyleCnt="0"/>
      <dgm:spPr/>
    </dgm:pt>
    <dgm:pt modelId="{CC536E85-2B40-47C6-8B9D-8BC3DD9DBA48}" type="pres">
      <dgm:prSet presAssocID="{14F875B6-DC78-4559-8FB0-5997CD4C014B}" presName="parentLeftMargin" presStyleLbl="node1" presStyleIdx="0" presStyleCnt="3"/>
      <dgm:spPr/>
    </dgm:pt>
    <dgm:pt modelId="{87F3FCA4-5D08-4CEB-9A40-55FD54641E02}" type="pres">
      <dgm:prSet presAssocID="{14F875B6-DC78-4559-8FB0-5997CD4C01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CFBA4B-5375-4347-BFFF-E03F446EEEEC}" type="pres">
      <dgm:prSet presAssocID="{14F875B6-DC78-4559-8FB0-5997CD4C014B}" presName="negativeSpace" presStyleCnt="0"/>
      <dgm:spPr/>
    </dgm:pt>
    <dgm:pt modelId="{5902DCC6-891F-4F23-A604-EAC3BCEA731A}" type="pres">
      <dgm:prSet presAssocID="{14F875B6-DC78-4559-8FB0-5997CD4C014B}" presName="childText" presStyleLbl="conFgAcc1" presStyleIdx="1" presStyleCnt="3">
        <dgm:presLayoutVars>
          <dgm:bulletEnabled val="1"/>
        </dgm:presLayoutVars>
      </dgm:prSet>
      <dgm:spPr/>
    </dgm:pt>
    <dgm:pt modelId="{DC4F99D3-EFAF-4DA8-86C9-FBD60A605F22}" type="pres">
      <dgm:prSet presAssocID="{F066A650-777C-4D41-9904-8FD3397E4BA3}" presName="spaceBetweenRectangles" presStyleCnt="0"/>
      <dgm:spPr/>
    </dgm:pt>
    <dgm:pt modelId="{7C092EE7-5239-46A9-9EE8-439C50DAF1BB}" type="pres">
      <dgm:prSet presAssocID="{16CBB315-7770-4CFB-BAC7-61414550E979}" presName="parentLin" presStyleCnt="0"/>
      <dgm:spPr/>
    </dgm:pt>
    <dgm:pt modelId="{96B10836-51C9-4D20-9269-44B83934D6AF}" type="pres">
      <dgm:prSet presAssocID="{16CBB315-7770-4CFB-BAC7-61414550E979}" presName="parentLeftMargin" presStyleLbl="node1" presStyleIdx="1" presStyleCnt="3"/>
      <dgm:spPr/>
    </dgm:pt>
    <dgm:pt modelId="{4959A45E-7A33-494A-B775-F5FE95DC74F8}" type="pres">
      <dgm:prSet presAssocID="{16CBB315-7770-4CFB-BAC7-61414550E9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20D00C-5CB2-4436-ADF8-C50366719D63}" type="pres">
      <dgm:prSet presAssocID="{16CBB315-7770-4CFB-BAC7-61414550E979}" presName="negativeSpace" presStyleCnt="0"/>
      <dgm:spPr/>
    </dgm:pt>
    <dgm:pt modelId="{FC9100F4-EEC4-4296-A3C5-89FD16F750D0}" type="pres">
      <dgm:prSet presAssocID="{16CBB315-7770-4CFB-BAC7-61414550E9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A9D310-F70B-424C-8877-F4B130D1D995}" type="presOf" srcId="{16CBB315-7770-4CFB-BAC7-61414550E979}" destId="{96B10836-51C9-4D20-9269-44B83934D6AF}" srcOrd="0" destOrd="0" presId="urn:microsoft.com/office/officeart/2005/8/layout/list1"/>
    <dgm:cxn modelId="{F18E6724-F249-47F5-A8B4-1594937E276F}" type="presOf" srcId="{1B0BCABC-3A96-4181-82C3-CB01396F21F5}" destId="{94981BE3-B611-4D3E-8AB2-65FE793B3DC2}" srcOrd="1" destOrd="0" presId="urn:microsoft.com/office/officeart/2005/8/layout/list1"/>
    <dgm:cxn modelId="{87331973-F609-474B-8825-38F12B7AFBB3}" type="presOf" srcId="{2EC9673C-6A86-46C7-8ECF-8476E3160259}" destId="{5D12DC4B-E4E7-4F65-A0C7-64AF01DA29DC}" srcOrd="0" destOrd="0" presId="urn:microsoft.com/office/officeart/2005/8/layout/list1"/>
    <dgm:cxn modelId="{07B0F98A-5B8E-41AB-AB12-EDD6A5BB0F42}" srcId="{2EC9673C-6A86-46C7-8ECF-8476E3160259}" destId="{16CBB315-7770-4CFB-BAC7-61414550E979}" srcOrd="2" destOrd="0" parTransId="{A52B7223-9C36-4DAA-BF0D-D22DCCB84840}" sibTransId="{5E6FC53B-C48C-474F-B5D3-285A533587FE}"/>
    <dgm:cxn modelId="{8CD5289C-D244-4139-AD70-E3C9A5701D86}" srcId="{16CBB315-7770-4CFB-BAC7-61414550E979}" destId="{940777EE-7532-47DE-BA05-948846123BF6}" srcOrd="0" destOrd="0" parTransId="{75E01DD3-F1A3-46AB-A0E1-AB7E6DE8204C}" sibTransId="{7D6FBBFD-4E04-4DFE-A82B-153344BE3EC6}"/>
    <dgm:cxn modelId="{58360EB5-031A-4B65-B0FC-691457CFE0AA}" type="presOf" srcId="{16CBB315-7770-4CFB-BAC7-61414550E979}" destId="{4959A45E-7A33-494A-B775-F5FE95DC74F8}" srcOrd="1" destOrd="0" presId="urn:microsoft.com/office/officeart/2005/8/layout/list1"/>
    <dgm:cxn modelId="{8D62FABB-A21A-4F10-A0AB-37C800FCCD12}" type="presOf" srcId="{8B4160C6-D761-4CE3-BB49-F9240EADB924}" destId="{9A82A65F-87F8-471A-A8FE-8C2558F3BFFC}" srcOrd="0" destOrd="0" presId="urn:microsoft.com/office/officeart/2005/8/layout/list1"/>
    <dgm:cxn modelId="{BF13A0C0-80BB-4C91-9453-E25150FE9CB0}" type="presOf" srcId="{14F875B6-DC78-4559-8FB0-5997CD4C014B}" destId="{87F3FCA4-5D08-4CEB-9A40-55FD54641E02}" srcOrd="1" destOrd="0" presId="urn:microsoft.com/office/officeart/2005/8/layout/list1"/>
    <dgm:cxn modelId="{2B8117C7-6DB8-46DF-9BB9-49B789259D35}" type="presOf" srcId="{14F875B6-DC78-4559-8FB0-5997CD4C014B}" destId="{CC536E85-2B40-47C6-8B9D-8BC3DD9DBA48}" srcOrd="0" destOrd="0" presId="urn:microsoft.com/office/officeart/2005/8/layout/list1"/>
    <dgm:cxn modelId="{4F5520C8-B4D2-4E15-A3AA-2EA25FDA20D2}" srcId="{1B0BCABC-3A96-4181-82C3-CB01396F21F5}" destId="{8B4160C6-D761-4CE3-BB49-F9240EADB924}" srcOrd="0" destOrd="0" parTransId="{92A40E33-7799-42D6-BDAE-E2EDEFA19B93}" sibTransId="{BEECD763-74E2-4ABF-83D0-4103F5C10784}"/>
    <dgm:cxn modelId="{947BD1CD-25D8-436D-869C-7B4DD5C381DB}" srcId="{14F875B6-DC78-4559-8FB0-5997CD4C014B}" destId="{C115ECAF-0C86-491C-AAA3-1A2B4C0A5003}" srcOrd="0" destOrd="0" parTransId="{CD281719-448F-4142-957E-4BC497F7ED5F}" sibTransId="{D998ED28-1B3E-40C9-944A-9FEB9ED6EA89}"/>
    <dgm:cxn modelId="{A39C3CD0-3053-47E8-85B4-046677963890}" srcId="{2EC9673C-6A86-46C7-8ECF-8476E3160259}" destId="{14F875B6-DC78-4559-8FB0-5997CD4C014B}" srcOrd="1" destOrd="0" parTransId="{99ED8421-876C-4CA3-A65C-9E85734238CA}" sibTransId="{F066A650-777C-4D41-9904-8FD3397E4BA3}"/>
    <dgm:cxn modelId="{454E34DA-5A97-4AB1-A16D-D019C34B9D50}" srcId="{2EC9673C-6A86-46C7-8ECF-8476E3160259}" destId="{1B0BCABC-3A96-4181-82C3-CB01396F21F5}" srcOrd="0" destOrd="0" parTransId="{A2E42270-E86B-4283-920C-F3D10EF35C89}" sibTransId="{BC8DD3D3-F039-49FF-8799-049EA44BA226}"/>
    <dgm:cxn modelId="{232975EA-6A01-4B02-AF6E-520A318A7873}" type="presOf" srcId="{940777EE-7532-47DE-BA05-948846123BF6}" destId="{FC9100F4-EEC4-4296-A3C5-89FD16F750D0}" srcOrd="0" destOrd="0" presId="urn:microsoft.com/office/officeart/2005/8/layout/list1"/>
    <dgm:cxn modelId="{0E751EEC-1F94-4A5A-8B21-F008F6671FE3}" type="presOf" srcId="{C115ECAF-0C86-491C-AAA3-1A2B4C0A5003}" destId="{5902DCC6-891F-4F23-A604-EAC3BCEA731A}" srcOrd="0" destOrd="0" presId="urn:microsoft.com/office/officeart/2005/8/layout/list1"/>
    <dgm:cxn modelId="{3A5C14EF-2AAC-4F01-811C-44313D02D8AA}" type="presOf" srcId="{1B0BCABC-3A96-4181-82C3-CB01396F21F5}" destId="{F2DCA847-13FD-4081-8BA5-0D61382B9728}" srcOrd="0" destOrd="0" presId="urn:microsoft.com/office/officeart/2005/8/layout/list1"/>
    <dgm:cxn modelId="{D131927C-1BA8-40BB-9AAC-F1683A0B7A15}" type="presParOf" srcId="{5D12DC4B-E4E7-4F65-A0C7-64AF01DA29DC}" destId="{BC4494B5-5087-40C8-A12C-8872430F1152}" srcOrd="0" destOrd="0" presId="urn:microsoft.com/office/officeart/2005/8/layout/list1"/>
    <dgm:cxn modelId="{278C2C06-D3C2-4FC5-838E-A0A9E338611E}" type="presParOf" srcId="{BC4494B5-5087-40C8-A12C-8872430F1152}" destId="{F2DCA847-13FD-4081-8BA5-0D61382B9728}" srcOrd="0" destOrd="0" presId="urn:microsoft.com/office/officeart/2005/8/layout/list1"/>
    <dgm:cxn modelId="{BE235036-28C9-4B41-9E95-B5A000D77BE0}" type="presParOf" srcId="{BC4494B5-5087-40C8-A12C-8872430F1152}" destId="{94981BE3-B611-4D3E-8AB2-65FE793B3DC2}" srcOrd="1" destOrd="0" presId="urn:microsoft.com/office/officeart/2005/8/layout/list1"/>
    <dgm:cxn modelId="{F15D5016-AD1F-4B5C-8C40-A43262C2A84D}" type="presParOf" srcId="{5D12DC4B-E4E7-4F65-A0C7-64AF01DA29DC}" destId="{DD71909A-17C1-4882-B990-62A867F5DE6D}" srcOrd="1" destOrd="0" presId="urn:microsoft.com/office/officeart/2005/8/layout/list1"/>
    <dgm:cxn modelId="{3D3FF4FE-F39B-4879-9609-48B8F34CBF56}" type="presParOf" srcId="{5D12DC4B-E4E7-4F65-A0C7-64AF01DA29DC}" destId="{9A82A65F-87F8-471A-A8FE-8C2558F3BFFC}" srcOrd="2" destOrd="0" presId="urn:microsoft.com/office/officeart/2005/8/layout/list1"/>
    <dgm:cxn modelId="{9FFDEB06-1FA4-4098-B14B-69E03602E15F}" type="presParOf" srcId="{5D12DC4B-E4E7-4F65-A0C7-64AF01DA29DC}" destId="{EB187593-223A-47DF-8A52-3714FCA46C51}" srcOrd="3" destOrd="0" presId="urn:microsoft.com/office/officeart/2005/8/layout/list1"/>
    <dgm:cxn modelId="{4DDE1B2B-4911-49E1-9458-16DDF54B4CC8}" type="presParOf" srcId="{5D12DC4B-E4E7-4F65-A0C7-64AF01DA29DC}" destId="{BBD987B7-39A0-4021-9015-2D012D50350A}" srcOrd="4" destOrd="0" presId="urn:microsoft.com/office/officeart/2005/8/layout/list1"/>
    <dgm:cxn modelId="{8291B202-9877-46FE-89A3-EB0C2E5F6F67}" type="presParOf" srcId="{BBD987B7-39A0-4021-9015-2D012D50350A}" destId="{CC536E85-2B40-47C6-8B9D-8BC3DD9DBA48}" srcOrd="0" destOrd="0" presId="urn:microsoft.com/office/officeart/2005/8/layout/list1"/>
    <dgm:cxn modelId="{078A3699-266C-4C73-9D61-D67110F144D5}" type="presParOf" srcId="{BBD987B7-39A0-4021-9015-2D012D50350A}" destId="{87F3FCA4-5D08-4CEB-9A40-55FD54641E02}" srcOrd="1" destOrd="0" presId="urn:microsoft.com/office/officeart/2005/8/layout/list1"/>
    <dgm:cxn modelId="{D9F4179C-F5BD-4B4B-91CB-60B8C8C14AC6}" type="presParOf" srcId="{5D12DC4B-E4E7-4F65-A0C7-64AF01DA29DC}" destId="{A0CFBA4B-5375-4347-BFFF-E03F446EEEEC}" srcOrd="5" destOrd="0" presId="urn:microsoft.com/office/officeart/2005/8/layout/list1"/>
    <dgm:cxn modelId="{02333556-A5EE-4667-9728-E4717EBF6AA7}" type="presParOf" srcId="{5D12DC4B-E4E7-4F65-A0C7-64AF01DA29DC}" destId="{5902DCC6-891F-4F23-A604-EAC3BCEA731A}" srcOrd="6" destOrd="0" presId="urn:microsoft.com/office/officeart/2005/8/layout/list1"/>
    <dgm:cxn modelId="{6C7F6A72-1B4B-4D79-9E13-9896282A5DD7}" type="presParOf" srcId="{5D12DC4B-E4E7-4F65-A0C7-64AF01DA29DC}" destId="{DC4F99D3-EFAF-4DA8-86C9-FBD60A605F22}" srcOrd="7" destOrd="0" presId="urn:microsoft.com/office/officeart/2005/8/layout/list1"/>
    <dgm:cxn modelId="{B860154B-8B9F-4615-AAA6-1636996AD731}" type="presParOf" srcId="{5D12DC4B-E4E7-4F65-A0C7-64AF01DA29DC}" destId="{7C092EE7-5239-46A9-9EE8-439C50DAF1BB}" srcOrd="8" destOrd="0" presId="urn:microsoft.com/office/officeart/2005/8/layout/list1"/>
    <dgm:cxn modelId="{CC48455C-4855-4842-B414-3F373B872E41}" type="presParOf" srcId="{7C092EE7-5239-46A9-9EE8-439C50DAF1BB}" destId="{96B10836-51C9-4D20-9269-44B83934D6AF}" srcOrd="0" destOrd="0" presId="urn:microsoft.com/office/officeart/2005/8/layout/list1"/>
    <dgm:cxn modelId="{708BBCF8-CC1F-47C1-B503-2A1B03F37837}" type="presParOf" srcId="{7C092EE7-5239-46A9-9EE8-439C50DAF1BB}" destId="{4959A45E-7A33-494A-B775-F5FE95DC74F8}" srcOrd="1" destOrd="0" presId="urn:microsoft.com/office/officeart/2005/8/layout/list1"/>
    <dgm:cxn modelId="{AAA26951-3BDB-4E8C-B9B6-20A13D475B9C}" type="presParOf" srcId="{5D12DC4B-E4E7-4F65-A0C7-64AF01DA29DC}" destId="{0520D00C-5CB2-4436-ADF8-C50366719D63}" srcOrd="9" destOrd="0" presId="urn:microsoft.com/office/officeart/2005/8/layout/list1"/>
    <dgm:cxn modelId="{3626CA37-D9A7-4986-B23A-608E8AF097F0}" type="presParOf" srcId="{5D12DC4B-E4E7-4F65-A0C7-64AF01DA29DC}" destId="{FC9100F4-EEC4-4296-A3C5-89FD16F750D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526C4-845E-48BD-B6A7-A9B412018C3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3CCFD96-ABF2-4E2D-B116-EFE3C68DC25D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Решение проблемы узкого места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74444406-4DD9-4DF9-A8DE-6080BD80F33C}" type="parTrans" cxnId="{934322F7-42A6-48FA-8AB1-85569DA09434}">
      <dgm:prSet/>
      <dgm:spPr/>
      <dgm:t>
        <a:bodyPr/>
        <a:lstStyle/>
        <a:p>
          <a:endParaRPr lang="ru-RU"/>
        </a:p>
      </dgm:t>
    </dgm:pt>
    <dgm:pt modelId="{D7D2AE60-78B3-4D34-98D3-88A6E914FA83}" type="sibTrans" cxnId="{934322F7-42A6-48FA-8AB1-85569DA09434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73333BA9-E37C-4F5E-A6AD-BCC11B26F909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 облачных базах фокус смещен на пропускную способность сети, а не на скорость процессора или дисков.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1D2C226E-98F6-422E-A9E4-033C5A125E4E}" type="parTrans" cxnId="{B752C84F-1575-492F-822C-FBC3F158F672}">
      <dgm:prSet/>
      <dgm:spPr/>
      <dgm:t>
        <a:bodyPr/>
        <a:lstStyle/>
        <a:p>
          <a:endParaRPr lang="ru-RU"/>
        </a:p>
      </dgm:t>
    </dgm:pt>
    <dgm:pt modelId="{94D5E5E7-9D60-4051-A173-6C89A9E5965B}" type="sibTrans" cxnId="{B752C84F-1575-492F-822C-FBC3F158F672}">
      <dgm:prSet/>
      <dgm:spPr/>
      <dgm:t>
        <a:bodyPr/>
        <a:lstStyle/>
        <a:p>
          <a:endParaRPr lang="ru-RU"/>
        </a:p>
      </dgm:t>
    </dgm:pt>
    <dgm:pt modelId="{2141A9A6-0635-4FA7-B694-9BAF47D37065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Дезагрегация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54A1AC03-B4E5-49A1-9089-1B94F2956155}" type="parTrans" cxnId="{16A5C89C-7EB7-4F83-8EED-87BCE4F830C8}">
      <dgm:prSet/>
      <dgm:spPr/>
      <dgm:t>
        <a:bodyPr/>
        <a:lstStyle/>
        <a:p>
          <a:endParaRPr lang="ru-RU"/>
        </a:p>
      </dgm:t>
    </dgm:pt>
    <dgm:pt modelId="{6B71B9D0-9E58-4A65-B52E-5EE0A4D9E27C}" type="sibTrans" cxnId="{16A5C89C-7EB7-4F83-8EED-87BCE4F830C8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16B72269-658E-466D-8C9E-C0656CD1D2B8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Вычислительные мощности полностью отделены от уровня хранения.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9DD48A3C-4E23-40B9-A2C3-F992A812FC50}" type="parTrans" cxnId="{D95FE2D2-7F57-4A9F-8A9C-3C9E5B49CA61}">
      <dgm:prSet/>
      <dgm:spPr/>
      <dgm:t>
        <a:bodyPr/>
        <a:lstStyle/>
        <a:p>
          <a:endParaRPr lang="ru-RU"/>
        </a:p>
      </dgm:t>
    </dgm:pt>
    <dgm:pt modelId="{5F6E3717-6D08-4F68-B3DB-56A3721D614B}" type="sibTrans" cxnId="{D95FE2D2-7F57-4A9F-8A9C-3C9E5B49CA61}">
      <dgm:prSet/>
      <dgm:spPr/>
      <dgm:t>
        <a:bodyPr/>
        <a:lstStyle/>
        <a:p>
          <a:endParaRPr lang="ru-RU"/>
        </a:p>
      </dgm:t>
    </dgm:pt>
    <dgm:pt modelId="{19CB745B-4748-4C4D-B05C-580AD0EBF131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Принцип «Журнал — это база данных»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403C6AF8-D728-41D9-B636-087B7EF45F50}" type="parTrans" cxnId="{96E4FAE7-F0C1-4B95-AED0-6DE2415B21FD}">
      <dgm:prSet/>
      <dgm:spPr/>
      <dgm:t>
        <a:bodyPr/>
        <a:lstStyle/>
        <a:p>
          <a:endParaRPr lang="ru-RU"/>
        </a:p>
      </dgm:t>
    </dgm:pt>
    <dgm:pt modelId="{068DBC59-B1E2-4737-B29D-8368194B0F8E}" type="sibTrans" cxnId="{96E4FAE7-F0C1-4B95-AED0-6DE2415B21FD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4FE0F308-6F5F-43D7-BB42-DA0D9ADB89C8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Вычислительный узел отправляет на хранение только крошечные записи (</a:t>
          </a:r>
          <a:r>
            <a:rPr kumimoji="0" lang="ru-RU" altLang="ru-RU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redo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log </a:t>
          </a:r>
          <a:r>
            <a:rPr kumimoji="0" lang="ru-RU" altLang="ru-RU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records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), а не тяжелые страницы данных.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36D80C93-EE9E-4FF9-BF17-497C336E7E24}" type="parTrans" cxnId="{F6614559-462B-456F-8560-CD4F2159F1FE}">
      <dgm:prSet/>
      <dgm:spPr/>
      <dgm:t>
        <a:bodyPr/>
        <a:lstStyle/>
        <a:p>
          <a:endParaRPr lang="ru-RU"/>
        </a:p>
      </dgm:t>
    </dgm:pt>
    <dgm:pt modelId="{B1178FB3-A127-4D89-B7BA-41CAF749AED6}" type="sibTrans" cxnId="{F6614559-462B-456F-8560-CD4F2159F1FE}">
      <dgm:prSet/>
      <dgm:spPr/>
      <dgm:t>
        <a:bodyPr/>
        <a:lstStyle/>
        <a:p>
          <a:endParaRPr lang="ru-RU"/>
        </a:p>
      </dgm:t>
    </dgm:pt>
    <dgm:pt modelId="{5C6790BD-C6BB-4EDD-B614-0D602B8DCFEC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Результат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654D1DBC-780E-47E4-AEFC-C2DF55D6CDF8}" type="parTrans" cxnId="{95EADC5B-D815-4D49-ACEC-FBE77C411FCE}">
      <dgm:prSet/>
      <dgm:spPr/>
      <dgm:t>
        <a:bodyPr/>
        <a:lstStyle/>
        <a:p>
          <a:endParaRPr lang="ru-RU"/>
        </a:p>
      </dgm:t>
    </dgm:pt>
    <dgm:pt modelId="{064477E1-E6A8-4035-9802-393CADB380B4}" type="sibTrans" cxnId="{95EADC5B-D815-4D49-ACEC-FBE77C411FCE}">
      <dgm:prSet/>
      <dgm:spPr/>
      <dgm:t>
        <a:bodyPr/>
        <a:lstStyle/>
        <a:p>
          <a:endParaRPr lang="ru-RU"/>
        </a:p>
      </dgm:t>
    </dgm:pt>
    <dgm:pt modelId="{3F17D071-DCCF-414C-BF85-D551BC6860C7}">
      <dgm:prSet/>
      <dgm:spPr>
        <a:ln>
          <a:solidFill>
            <a:srgbClr val="C48AAA"/>
          </a:solidFill>
        </a:ln>
      </dgm:spPr>
      <dgm:t>
        <a:bodyPr/>
        <a:lstStyle/>
        <a:p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Радикальное снижение нагрузки на сеть по сравнению с классическими СУБД.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B3B37C7C-D5B7-493C-8111-9A2A33D63A36}" type="parTrans" cxnId="{B7E33218-D6AD-42A0-8E2E-2D97FA8F76D4}">
      <dgm:prSet/>
      <dgm:spPr/>
      <dgm:t>
        <a:bodyPr/>
        <a:lstStyle/>
        <a:p>
          <a:endParaRPr lang="ru-RU"/>
        </a:p>
      </dgm:t>
    </dgm:pt>
    <dgm:pt modelId="{1604E235-C062-4185-88F2-D63A0495EACE}" type="sibTrans" cxnId="{B7E33218-D6AD-42A0-8E2E-2D97FA8F76D4}">
      <dgm:prSet/>
      <dgm:spPr/>
      <dgm:t>
        <a:bodyPr/>
        <a:lstStyle/>
        <a:p>
          <a:endParaRPr lang="ru-RU"/>
        </a:p>
      </dgm:t>
    </dgm:pt>
    <dgm:pt modelId="{C0A85457-7B9B-48C1-97F0-5DC37C4EBF40}" type="pres">
      <dgm:prSet presAssocID="{4FE526C4-845E-48BD-B6A7-A9B412018C34}" presName="Name0" presStyleCnt="0">
        <dgm:presLayoutVars>
          <dgm:dir/>
          <dgm:animLvl val="lvl"/>
          <dgm:resizeHandles val="exact"/>
        </dgm:presLayoutVars>
      </dgm:prSet>
      <dgm:spPr/>
    </dgm:pt>
    <dgm:pt modelId="{D7638B32-77FF-4A21-B3E0-08161F3B4AED}" type="pres">
      <dgm:prSet presAssocID="{4FE526C4-845E-48BD-B6A7-A9B412018C34}" presName="tSp" presStyleCnt="0"/>
      <dgm:spPr/>
    </dgm:pt>
    <dgm:pt modelId="{41B25992-5287-40AE-9F1E-A947F751CAE7}" type="pres">
      <dgm:prSet presAssocID="{4FE526C4-845E-48BD-B6A7-A9B412018C34}" presName="bSp" presStyleCnt="0"/>
      <dgm:spPr/>
    </dgm:pt>
    <dgm:pt modelId="{80060D0D-11AB-4B7A-BD7E-B676BA8F758D}" type="pres">
      <dgm:prSet presAssocID="{4FE526C4-845E-48BD-B6A7-A9B412018C34}" presName="process" presStyleCnt="0"/>
      <dgm:spPr/>
    </dgm:pt>
    <dgm:pt modelId="{D1C0FACB-5013-4262-9BF8-0006D066E3AD}" type="pres">
      <dgm:prSet presAssocID="{13CCFD96-ABF2-4E2D-B116-EFE3C68DC25D}" presName="composite1" presStyleCnt="0"/>
      <dgm:spPr/>
    </dgm:pt>
    <dgm:pt modelId="{36B52562-92E3-41E9-A03A-D3724880B0F8}" type="pres">
      <dgm:prSet presAssocID="{13CCFD96-ABF2-4E2D-B116-EFE3C68DC25D}" presName="dummyNode1" presStyleLbl="node1" presStyleIdx="0" presStyleCnt="4"/>
      <dgm:spPr/>
    </dgm:pt>
    <dgm:pt modelId="{4467B459-5251-4948-AB84-169C0E40192D}" type="pres">
      <dgm:prSet presAssocID="{13CCFD96-ABF2-4E2D-B116-EFE3C68DC25D}" presName="childNode1" presStyleLbl="bgAcc1" presStyleIdx="0" presStyleCnt="4">
        <dgm:presLayoutVars>
          <dgm:bulletEnabled val="1"/>
        </dgm:presLayoutVars>
      </dgm:prSet>
      <dgm:spPr/>
    </dgm:pt>
    <dgm:pt modelId="{42C18C4E-A978-49E5-8961-9C2A7095BC03}" type="pres">
      <dgm:prSet presAssocID="{13CCFD96-ABF2-4E2D-B116-EFE3C68DC25D}" presName="childNode1tx" presStyleLbl="bgAcc1" presStyleIdx="0" presStyleCnt="4">
        <dgm:presLayoutVars>
          <dgm:bulletEnabled val="1"/>
        </dgm:presLayoutVars>
      </dgm:prSet>
      <dgm:spPr/>
    </dgm:pt>
    <dgm:pt modelId="{7AA661C2-DD84-4FEE-AA06-62A31BED3DDA}" type="pres">
      <dgm:prSet presAssocID="{13CCFD96-ABF2-4E2D-B116-EFE3C68DC25D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D174E03-D3F7-4935-9A28-682424C03FEE}" type="pres">
      <dgm:prSet presAssocID="{13CCFD96-ABF2-4E2D-B116-EFE3C68DC25D}" presName="connSite1" presStyleCnt="0"/>
      <dgm:spPr/>
    </dgm:pt>
    <dgm:pt modelId="{DFD30FF0-8798-448A-82F2-86FF2C5D129C}" type="pres">
      <dgm:prSet presAssocID="{D7D2AE60-78B3-4D34-98D3-88A6E914FA83}" presName="Name9" presStyleLbl="sibTrans2D1" presStyleIdx="0" presStyleCnt="3"/>
      <dgm:spPr/>
    </dgm:pt>
    <dgm:pt modelId="{A1C2FC41-0AB4-412A-A740-D77BF045CCAF}" type="pres">
      <dgm:prSet presAssocID="{2141A9A6-0635-4FA7-B694-9BAF47D37065}" presName="composite2" presStyleCnt="0"/>
      <dgm:spPr/>
    </dgm:pt>
    <dgm:pt modelId="{7EBD26DA-5A1E-4C2B-9845-1E6A0B2C3E75}" type="pres">
      <dgm:prSet presAssocID="{2141A9A6-0635-4FA7-B694-9BAF47D37065}" presName="dummyNode2" presStyleLbl="node1" presStyleIdx="0" presStyleCnt="4"/>
      <dgm:spPr/>
    </dgm:pt>
    <dgm:pt modelId="{D1146729-3E2D-4383-B872-A0070BDD1A73}" type="pres">
      <dgm:prSet presAssocID="{2141A9A6-0635-4FA7-B694-9BAF47D37065}" presName="childNode2" presStyleLbl="bgAcc1" presStyleIdx="1" presStyleCnt="4">
        <dgm:presLayoutVars>
          <dgm:bulletEnabled val="1"/>
        </dgm:presLayoutVars>
      </dgm:prSet>
      <dgm:spPr/>
    </dgm:pt>
    <dgm:pt modelId="{1C811472-1DB6-46C6-8022-46A8BF133DE5}" type="pres">
      <dgm:prSet presAssocID="{2141A9A6-0635-4FA7-B694-9BAF47D37065}" presName="childNode2tx" presStyleLbl="bgAcc1" presStyleIdx="1" presStyleCnt="4">
        <dgm:presLayoutVars>
          <dgm:bulletEnabled val="1"/>
        </dgm:presLayoutVars>
      </dgm:prSet>
      <dgm:spPr/>
    </dgm:pt>
    <dgm:pt modelId="{03B19228-F204-4E27-9E09-DCA3453A9C98}" type="pres">
      <dgm:prSet presAssocID="{2141A9A6-0635-4FA7-B694-9BAF47D37065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5B9B5FAF-ED90-41B8-94CC-7DA5AE5C615E}" type="pres">
      <dgm:prSet presAssocID="{2141A9A6-0635-4FA7-B694-9BAF47D37065}" presName="connSite2" presStyleCnt="0"/>
      <dgm:spPr/>
    </dgm:pt>
    <dgm:pt modelId="{E7861D31-310D-4D69-ABAD-E3DF843D892B}" type="pres">
      <dgm:prSet presAssocID="{6B71B9D0-9E58-4A65-B52E-5EE0A4D9E27C}" presName="Name18" presStyleLbl="sibTrans2D1" presStyleIdx="1" presStyleCnt="3"/>
      <dgm:spPr/>
    </dgm:pt>
    <dgm:pt modelId="{1379E67B-D81A-4AFB-8F04-734D2CACF16E}" type="pres">
      <dgm:prSet presAssocID="{19CB745B-4748-4C4D-B05C-580AD0EBF131}" presName="composite1" presStyleCnt="0"/>
      <dgm:spPr/>
    </dgm:pt>
    <dgm:pt modelId="{0D172A31-A362-4ABD-8954-587FFB23C423}" type="pres">
      <dgm:prSet presAssocID="{19CB745B-4748-4C4D-B05C-580AD0EBF131}" presName="dummyNode1" presStyleLbl="node1" presStyleIdx="1" presStyleCnt="4"/>
      <dgm:spPr/>
    </dgm:pt>
    <dgm:pt modelId="{EC93211F-0B6B-4452-88D4-9331777CB7E2}" type="pres">
      <dgm:prSet presAssocID="{19CB745B-4748-4C4D-B05C-580AD0EBF131}" presName="childNode1" presStyleLbl="bgAcc1" presStyleIdx="2" presStyleCnt="4">
        <dgm:presLayoutVars>
          <dgm:bulletEnabled val="1"/>
        </dgm:presLayoutVars>
      </dgm:prSet>
      <dgm:spPr/>
    </dgm:pt>
    <dgm:pt modelId="{328F67BF-4941-4926-87D3-972337AB27D7}" type="pres">
      <dgm:prSet presAssocID="{19CB745B-4748-4C4D-B05C-580AD0EBF131}" presName="childNode1tx" presStyleLbl="bgAcc1" presStyleIdx="2" presStyleCnt="4">
        <dgm:presLayoutVars>
          <dgm:bulletEnabled val="1"/>
        </dgm:presLayoutVars>
      </dgm:prSet>
      <dgm:spPr/>
    </dgm:pt>
    <dgm:pt modelId="{9FB6F6FD-3F88-4890-B7B4-4FA243016E74}" type="pres">
      <dgm:prSet presAssocID="{19CB745B-4748-4C4D-B05C-580AD0EBF131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F6F6A0B5-454E-4DA2-BFC5-9688099B9A2E}" type="pres">
      <dgm:prSet presAssocID="{19CB745B-4748-4C4D-B05C-580AD0EBF131}" presName="connSite1" presStyleCnt="0"/>
      <dgm:spPr/>
    </dgm:pt>
    <dgm:pt modelId="{644DB3AF-2DDE-45C1-A27D-FC871A2CE27A}" type="pres">
      <dgm:prSet presAssocID="{068DBC59-B1E2-4737-B29D-8368194B0F8E}" presName="Name9" presStyleLbl="sibTrans2D1" presStyleIdx="2" presStyleCnt="3"/>
      <dgm:spPr/>
    </dgm:pt>
    <dgm:pt modelId="{8ABF1262-B5AC-4DCC-B0D7-EAFE24254CEE}" type="pres">
      <dgm:prSet presAssocID="{5C6790BD-C6BB-4EDD-B614-0D602B8DCFEC}" presName="composite2" presStyleCnt="0"/>
      <dgm:spPr/>
    </dgm:pt>
    <dgm:pt modelId="{5811D835-1F03-4CE1-9FBC-7CE3599CF657}" type="pres">
      <dgm:prSet presAssocID="{5C6790BD-C6BB-4EDD-B614-0D602B8DCFEC}" presName="dummyNode2" presStyleLbl="node1" presStyleIdx="2" presStyleCnt="4"/>
      <dgm:spPr/>
    </dgm:pt>
    <dgm:pt modelId="{A4859E86-61B9-4584-AFBB-C24AC8AB8A23}" type="pres">
      <dgm:prSet presAssocID="{5C6790BD-C6BB-4EDD-B614-0D602B8DCFEC}" presName="childNode2" presStyleLbl="bgAcc1" presStyleIdx="3" presStyleCnt="4">
        <dgm:presLayoutVars>
          <dgm:bulletEnabled val="1"/>
        </dgm:presLayoutVars>
      </dgm:prSet>
      <dgm:spPr/>
    </dgm:pt>
    <dgm:pt modelId="{9B3560FB-CB89-468F-9EAB-9211AF20B3AE}" type="pres">
      <dgm:prSet presAssocID="{5C6790BD-C6BB-4EDD-B614-0D602B8DCFEC}" presName="childNode2tx" presStyleLbl="bgAcc1" presStyleIdx="3" presStyleCnt="4">
        <dgm:presLayoutVars>
          <dgm:bulletEnabled val="1"/>
        </dgm:presLayoutVars>
      </dgm:prSet>
      <dgm:spPr/>
    </dgm:pt>
    <dgm:pt modelId="{04CEC580-D103-4410-A54F-969DF71AA792}" type="pres">
      <dgm:prSet presAssocID="{5C6790BD-C6BB-4EDD-B614-0D602B8DCFEC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EFB755E4-2B18-415C-AD08-7B4B77AD0596}" type="pres">
      <dgm:prSet presAssocID="{5C6790BD-C6BB-4EDD-B614-0D602B8DCFEC}" presName="connSite2" presStyleCnt="0"/>
      <dgm:spPr/>
    </dgm:pt>
  </dgm:ptLst>
  <dgm:cxnLst>
    <dgm:cxn modelId="{B7E33218-D6AD-42A0-8E2E-2D97FA8F76D4}" srcId="{5C6790BD-C6BB-4EDD-B614-0D602B8DCFEC}" destId="{3F17D071-DCCF-414C-BF85-D551BC6860C7}" srcOrd="0" destOrd="0" parTransId="{B3B37C7C-D5B7-493C-8111-9A2A33D63A36}" sibTransId="{1604E235-C062-4185-88F2-D63A0495EACE}"/>
    <dgm:cxn modelId="{358F9922-D128-4DA8-BE92-636A4076B983}" type="presOf" srcId="{068DBC59-B1E2-4737-B29D-8368194B0F8E}" destId="{644DB3AF-2DDE-45C1-A27D-FC871A2CE27A}" srcOrd="0" destOrd="0" presId="urn:microsoft.com/office/officeart/2005/8/layout/hProcess4"/>
    <dgm:cxn modelId="{2444632D-82D9-4196-862B-9EA1AB05FD1E}" type="presOf" srcId="{D7D2AE60-78B3-4D34-98D3-88A6E914FA83}" destId="{DFD30FF0-8798-448A-82F2-86FF2C5D129C}" srcOrd="0" destOrd="0" presId="urn:microsoft.com/office/officeart/2005/8/layout/hProcess4"/>
    <dgm:cxn modelId="{E335BD2E-A5D2-4B0A-A5B7-7048FD119D9D}" type="presOf" srcId="{73333BA9-E37C-4F5E-A6AD-BCC11B26F909}" destId="{42C18C4E-A978-49E5-8961-9C2A7095BC03}" srcOrd="1" destOrd="0" presId="urn:microsoft.com/office/officeart/2005/8/layout/hProcess4"/>
    <dgm:cxn modelId="{49E46D39-DB2A-4FC1-B879-3D269B43F85B}" type="presOf" srcId="{5C6790BD-C6BB-4EDD-B614-0D602B8DCFEC}" destId="{04CEC580-D103-4410-A54F-969DF71AA792}" srcOrd="0" destOrd="0" presId="urn:microsoft.com/office/officeart/2005/8/layout/hProcess4"/>
    <dgm:cxn modelId="{95EADC5B-D815-4D49-ACEC-FBE77C411FCE}" srcId="{4FE526C4-845E-48BD-B6A7-A9B412018C34}" destId="{5C6790BD-C6BB-4EDD-B614-0D602B8DCFEC}" srcOrd="3" destOrd="0" parTransId="{654D1DBC-780E-47E4-AEFC-C2DF55D6CDF8}" sibTransId="{064477E1-E6A8-4035-9802-393CADB380B4}"/>
    <dgm:cxn modelId="{7D8E1569-64A5-4AAB-9A64-1614A652AC48}" type="presOf" srcId="{4FE0F308-6F5F-43D7-BB42-DA0D9ADB89C8}" destId="{EC93211F-0B6B-4452-88D4-9331777CB7E2}" srcOrd="0" destOrd="0" presId="urn:microsoft.com/office/officeart/2005/8/layout/hProcess4"/>
    <dgm:cxn modelId="{72AEBF69-81EA-46B6-A309-A092822E47B1}" type="presOf" srcId="{4FE526C4-845E-48BD-B6A7-A9B412018C34}" destId="{C0A85457-7B9B-48C1-97F0-5DC37C4EBF40}" srcOrd="0" destOrd="0" presId="urn:microsoft.com/office/officeart/2005/8/layout/hProcess4"/>
    <dgm:cxn modelId="{ED294D4A-7020-4BDA-B72D-EAF9E698FC95}" type="presOf" srcId="{16B72269-658E-466D-8C9E-C0656CD1D2B8}" destId="{D1146729-3E2D-4383-B872-A0070BDD1A73}" srcOrd="0" destOrd="0" presId="urn:microsoft.com/office/officeart/2005/8/layout/hProcess4"/>
    <dgm:cxn modelId="{187B5C4B-6AD7-4497-A167-9C672613BBAF}" type="presOf" srcId="{3F17D071-DCCF-414C-BF85-D551BC6860C7}" destId="{A4859E86-61B9-4584-AFBB-C24AC8AB8A23}" srcOrd="0" destOrd="0" presId="urn:microsoft.com/office/officeart/2005/8/layout/hProcess4"/>
    <dgm:cxn modelId="{B752C84F-1575-492F-822C-FBC3F158F672}" srcId="{13CCFD96-ABF2-4E2D-B116-EFE3C68DC25D}" destId="{73333BA9-E37C-4F5E-A6AD-BCC11B26F909}" srcOrd="0" destOrd="0" parTransId="{1D2C226E-98F6-422E-A9E4-033C5A125E4E}" sibTransId="{94D5E5E7-9D60-4051-A173-6C89A9E5965B}"/>
    <dgm:cxn modelId="{F6614559-462B-456F-8560-CD4F2159F1FE}" srcId="{19CB745B-4748-4C4D-B05C-580AD0EBF131}" destId="{4FE0F308-6F5F-43D7-BB42-DA0D9ADB89C8}" srcOrd="0" destOrd="0" parTransId="{36D80C93-EE9E-4FF9-BF17-497C336E7E24}" sibTransId="{B1178FB3-A127-4D89-B7BA-41CAF749AED6}"/>
    <dgm:cxn modelId="{39485883-D901-4524-ACC0-311255E901A0}" type="presOf" srcId="{16B72269-658E-466D-8C9E-C0656CD1D2B8}" destId="{1C811472-1DB6-46C6-8022-46A8BF133DE5}" srcOrd="1" destOrd="0" presId="urn:microsoft.com/office/officeart/2005/8/layout/hProcess4"/>
    <dgm:cxn modelId="{E1F9DA8E-E045-4979-A7BA-C82A545C9324}" type="presOf" srcId="{3F17D071-DCCF-414C-BF85-D551BC6860C7}" destId="{9B3560FB-CB89-468F-9EAB-9211AF20B3AE}" srcOrd="1" destOrd="0" presId="urn:microsoft.com/office/officeart/2005/8/layout/hProcess4"/>
    <dgm:cxn modelId="{16A5C89C-7EB7-4F83-8EED-87BCE4F830C8}" srcId="{4FE526C4-845E-48BD-B6A7-A9B412018C34}" destId="{2141A9A6-0635-4FA7-B694-9BAF47D37065}" srcOrd="1" destOrd="0" parTransId="{54A1AC03-B4E5-49A1-9089-1B94F2956155}" sibTransId="{6B71B9D0-9E58-4A65-B52E-5EE0A4D9E27C}"/>
    <dgm:cxn modelId="{900990A5-5A4D-49CC-8065-1134D11BAD04}" type="presOf" srcId="{19CB745B-4748-4C4D-B05C-580AD0EBF131}" destId="{9FB6F6FD-3F88-4890-B7B4-4FA243016E74}" srcOrd="0" destOrd="0" presId="urn:microsoft.com/office/officeart/2005/8/layout/hProcess4"/>
    <dgm:cxn modelId="{2065DDA7-C76D-4DAA-B7BC-01ACD61D9E31}" type="presOf" srcId="{2141A9A6-0635-4FA7-B694-9BAF47D37065}" destId="{03B19228-F204-4E27-9E09-DCA3453A9C98}" srcOrd="0" destOrd="0" presId="urn:microsoft.com/office/officeart/2005/8/layout/hProcess4"/>
    <dgm:cxn modelId="{5B14AFB4-A5EA-406C-983B-FCE6119FCCAE}" type="presOf" srcId="{73333BA9-E37C-4F5E-A6AD-BCC11B26F909}" destId="{4467B459-5251-4948-AB84-169C0E40192D}" srcOrd="0" destOrd="0" presId="urn:microsoft.com/office/officeart/2005/8/layout/hProcess4"/>
    <dgm:cxn modelId="{0FB2B2C6-2569-4BFE-8ABC-0942B00E9AAF}" type="presOf" srcId="{13CCFD96-ABF2-4E2D-B116-EFE3C68DC25D}" destId="{7AA661C2-DD84-4FEE-AA06-62A31BED3DDA}" srcOrd="0" destOrd="0" presId="urn:microsoft.com/office/officeart/2005/8/layout/hProcess4"/>
    <dgm:cxn modelId="{D95FE2D2-7F57-4A9F-8A9C-3C9E5B49CA61}" srcId="{2141A9A6-0635-4FA7-B694-9BAF47D37065}" destId="{16B72269-658E-466D-8C9E-C0656CD1D2B8}" srcOrd="0" destOrd="0" parTransId="{9DD48A3C-4E23-40B9-A2C3-F992A812FC50}" sibTransId="{5F6E3717-6D08-4F68-B3DB-56A3721D614B}"/>
    <dgm:cxn modelId="{C748A8E2-263C-4B20-9136-4D1B53F8A451}" type="presOf" srcId="{6B71B9D0-9E58-4A65-B52E-5EE0A4D9E27C}" destId="{E7861D31-310D-4D69-ABAD-E3DF843D892B}" srcOrd="0" destOrd="0" presId="urn:microsoft.com/office/officeart/2005/8/layout/hProcess4"/>
    <dgm:cxn modelId="{96E4FAE7-F0C1-4B95-AED0-6DE2415B21FD}" srcId="{4FE526C4-845E-48BD-B6A7-A9B412018C34}" destId="{19CB745B-4748-4C4D-B05C-580AD0EBF131}" srcOrd="2" destOrd="0" parTransId="{403C6AF8-D728-41D9-B636-087B7EF45F50}" sibTransId="{068DBC59-B1E2-4737-B29D-8368194B0F8E}"/>
    <dgm:cxn modelId="{19E1E0F2-31A3-4557-A324-5902671BEA78}" type="presOf" srcId="{4FE0F308-6F5F-43D7-BB42-DA0D9ADB89C8}" destId="{328F67BF-4941-4926-87D3-972337AB27D7}" srcOrd="1" destOrd="0" presId="urn:microsoft.com/office/officeart/2005/8/layout/hProcess4"/>
    <dgm:cxn modelId="{934322F7-42A6-48FA-8AB1-85569DA09434}" srcId="{4FE526C4-845E-48BD-B6A7-A9B412018C34}" destId="{13CCFD96-ABF2-4E2D-B116-EFE3C68DC25D}" srcOrd="0" destOrd="0" parTransId="{74444406-4DD9-4DF9-A8DE-6080BD80F33C}" sibTransId="{D7D2AE60-78B3-4D34-98D3-88A6E914FA83}"/>
    <dgm:cxn modelId="{04B1A7AA-4A3A-4E4C-B927-1DA9477CC4D2}" type="presParOf" srcId="{C0A85457-7B9B-48C1-97F0-5DC37C4EBF40}" destId="{D7638B32-77FF-4A21-B3E0-08161F3B4AED}" srcOrd="0" destOrd="0" presId="urn:microsoft.com/office/officeart/2005/8/layout/hProcess4"/>
    <dgm:cxn modelId="{FE86F1C7-DCC7-449E-88A5-038FE898989C}" type="presParOf" srcId="{C0A85457-7B9B-48C1-97F0-5DC37C4EBF40}" destId="{41B25992-5287-40AE-9F1E-A947F751CAE7}" srcOrd="1" destOrd="0" presId="urn:microsoft.com/office/officeart/2005/8/layout/hProcess4"/>
    <dgm:cxn modelId="{82D86E51-8145-4D53-B4C9-DD68372D2FD1}" type="presParOf" srcId="{C0A85457-7B9B-48C1-97F0-5DC37C4EBF40}" destId="{80060D0D-11AB-4B7A-BD7E-B676BA8F758D}" srcOrd="2" destOrd="0" presId="urn:microsoft.com/office/officeart/2005/8/layout/hProcess4"/>
    <dgm:cxn modelId="{08DF1B39-72C7-49E7-881D-1E6ED8E7C4C7}" type="presParOf" srcId="{80060D0D-11AB-4B7A-BD7E-B676BA8F758D}" destId="{D1C0FACB-5013-4262-9BF8-0006D066E3AD}" srcOrd="0" destOrd="0" presId="urn:microsoft.com/office/officeart/2005/8/layout/hProcess4"/>
    <dgm:cxn modelId="{C8C8CA69-BC30-4AEB-B694-81C8CFDACCF5}" type="presParOf" srcId="{D1C0FACB-5013-4262-9BF8-0006D066E3AD}" destId="{36B52562-92E3-41E9-A03A-D3724880B0F8}" srcOrd="0" destOrd="0" presId="urn:microsoft.com/office/officeart/2005/8/layout/hProcess4"/>
    <dgm:cxn modelId="{9FC6B7F2-EF08-40DA-BD21-9694E59CB5D0}" type="presParOf" srcId="{D1C0FACB-5013-4262-9BF8-0006D066E3AD}" destId="{4467B459-5251-4948-AB84-169C0E40192D}" srcOrd="1" destOrd="0" presId="urn:microsoft.com/office/officeart/2005/8/layout/hProcess4"/>
    <dgm:cxn modelId="{C3CDD67A-2D27-43B0-8905-6266693CF49B}" type="presParOf" srcId="{D1C0FACB-5013-4262-9BF8-0006D066E3AD}" destId="{42C18C4E-A978-49E5-8961-9C2A7095BC03}" srcOrd="2" destOrd="0" presId="urn:microsoft.com/office/officeart/2005/8/layout/hProcess4"/>
    <dgm:cxn modelId="{053A0B75-CC91-40C9-898D-ECAE1575B77B}" type="presParOf" srcId="{D1C0FACB-5013-4262-9BF8-0006D066E3AD}" destId="{7AA661C2-DD84-4FEE-AA06-62A31BED3DDA}" srcOrd="3" destOrd="0" presId="urn:microsoft.com/office/officeart/2005/8/layout/hProcess4"/>
    <dgm:cxn modelId="{D94FCA51-D5AD-4F38-BCC7-074ABD645638}" type="presParOf" srcId="{D1C0FACB-5013-4262-9BF8-0006D066E3AD}" destId="{8D174E03-D3F7-4935-9A28-682424C03FEE}" srcOrd="4" destOrd="0" presId="urn:microsoft.com/office/officeart/2005/8/layout/hProcess4"/>
    <dgm:cxn modelId="{7794B0CF-4588-4A02-91FD-625351F93A8E}" type="presParOf" srcId="{80060D0D-11AB-4B7A-BD7E-B676BA8F758D}" destId="{DFD30FF0-8798-448A-82F2-86FF2C5D129C}" srcOrd="1" destOrd="0" presId="urn:microsoft.com/office/officeart/2005/8/layout/hProcess4"/>
    <dgm:cxn modelId="{CF1E41C8-A278-46DA-824D-CCCB5B699E55}" type="presParOf" srcId="{80060D0D-11AB-4B7A-BD7E-B676BA8F758D}" destId="{A1C2FC41-0AB4-412A-A740-D77BF045CCAF}" srcOrd="2" destOrd="0" presId="urn:microsoft.com/office/officeart/2005/8/layout/hProcess4"/>
    <dgm:cxn modelId="{FAED76CC-6EA1-4A61-AA00-8196382D1EC8}" type="presParOf" srcId="{A1C2FC41-0AB4-412A-A740-D77BF045CCAF}" destId="{7EBD26DA-5A1E-4C2B-9845-1E6A0B2C3E75}" srcOrd="0" destOrd="0" presId="urn:microsoft.com/office/officeart/2005/8/layout/hProcess4"/>
    <dgm:cxn modelId="{49880F0B-C98E-49F1-A99D-F02AF64AC03B}" type="presParOf" srcId="{A1C2FC41-0AB4-412A-A740-D77BF045CCAF}" destId="{D1146729-3E2D-4383-B872-A0070BDD1A73}" srcOrd="1" destOrd="0" presId="urn:microsoft.com/office/officeart/2005/8/layout/hProcess4"/>
    <dgm:cxn modelId="{F3A7B3F5-4DF9-4135-BA5E-90B6C3B13EBC}" type="presParOf" srcId="{A1C2FC41-0AB4-412A-A740-D77BF045CCAF}" destId="{1C811472-1DB6-46C6-8022-46A8BF133DE5}" srcOrd="2" destOrd="0" presId="urn:microsoft.com/office/officeart/2005/8/layout/hProcess4"/>
    <dgm:cxn modelId="{44C775B6-3958-450E-AF58-B662E80E5A02}" type="presParOf" srcId="{A1C2FC41-0AB4-412A-A740-D77BF045CCAF}" destId="{03B19228-F204-4E27-9E09-DCA3453A9C98}" srcOrd="3" destOrd="0" presId="urn:microsoft.com/office/officeart/2005/8/layout/hProcess4"/>
    <dgm:cxn modelId="{04BB4930-0D2E-41E4-8436-197D8824BED7}" type="presParOf" srcId="{A1C2FC41-0AB4-412A-A740-D77BF045CCAF}" destId="{5B9B5FAF-ED90-41B8-94CC-7DA5AE5C615E}" srcOrd="4" destOrd="0" presId="urn:microsoft.com/office/officeart/2005/8/layout/hProcess4"/>
    <dgm:cxn modelId="{27C87136-60E9-4A8F-9A6E-EBFB0CB0C457}" type="presParOf" srcId="{80060D0D-11AB-4B7A-BD7E-B676BA8F758D}" destId="{E7861D31-310D-4D69-ABAD-E3DF843D892B}" srcOrd="3" destOrd="0" presId="urn:microsoft.com/office/officeart/2005/8/layout/hProcess4"/>
    <dgm:cxn modelId="{AC6F10AC-D8D0-488E-B011-EFD1F0EA6181}" type="presParOf" srcId="{80060D0D-11AB-4B7A-BD7E-B676BA8F758D}" destId="{1379E67B-D81A-4AFB-8F04-734D2CACF16E}" srcOrd="4" destOrd="0" presId="urn:microsoft.com/office/officeart/2005/8/layout/hProcess4"/>
    <dgm:cxn modelId="{1A1582B3-2FF7-4C75-A07A-A43310D8EB98}" type="presParOf" srcId="{1379E67B-D81A-4AFB-8F04-734D2CACF16E}" destId="{0D172A31-A362-4ABD-8954-587FFB23C423}" srcOrd="0" destOrd="0" presId="urn:microsoft.com/office/officeart/2005/8/layout/hProcess4"/>
    <dgm:cxn modelId="{6F1CF2B1-ED0E-40AD-886D-6EE617D90135}" type="presParOf" srcId="{1379E67B-D81A-4AFB-8F04-734D2CACF16E}" destId="{EC93211F-0B6B-4452-88D4-9331777CB7E2}" srcOrd="1" destOrd="0" presId="urn:microsoft.com/office/officeart/2005/8/layout/hProcess4"/>
    <dgm:cxn modelId="{269663F0-D7CD-422D-BA8B-FB8CB99EA12C}" type="presParOf" srcId="{1379E67B-D81A-4AFB-8F04-734D2CACF16E}" destId="{328F67BF-4941-4926-87D3-972337AB27D7}" srcOrd="2" destOrd="0" presId="urn:microsoft.com/office/officeart/2005/8/layout/hProcess4"/>
    <dgm:cxn modelId="{F21975DA-500B-4E74-BFAA-5B9D1296A64F}" type="presParOf" srcId="{1379E67B-D81A-4AFB-8F04-734D2CACF16E}" destId="{9FB6F6FD-3F88-4890-B7B4-4FA243016E74}" srcOrd="3" destOrd="0" presId="urn:microsoft.com/office/officeart/2005/8/layout/hProcess4"/>
    <dgm:cxn modelId="{6273103D-3992-47D2-86C3-3199DAE47DEC}" type="presParOf" srcId="{1379E67B-D81A-4AFB-8F04-734D2CACF16E}" destId="{F6F6A0B5-454E-4DA2-BFC5-9688099B9A2E}" srcOrd="4" destOrd="0" presId="urn:microsoft.com/office/officeart/2005/8/layout/hProcess4"/>
    <dgm:cxn modelId="{6914FC28-22D6-4AEF-A67C-13D0654CC69E}" type="presParOf" srcId="{80060D0D-11AB-4B7A-BD7E-B676BA8F758D}" destId="{644DB3AF-2DDE-45C1-A27D-FC871A2CE27A}" srcOrd="5" destOrd="0" presId="urn:microsoft.com/office/officeart/2005/8/layout/hProcess4"/>
    <dgm:cxn modelId="{97F9495D-F492-42F8-8FE7-6C938618B0CE}" type="presParOf" srcId="{80060D0D-11AB-4B7A-BD7E-B676BA8F758D}" destId="{8ABF1262-B5AC-4DCC-B0D7-EAFE24254CEE}" srcOrd="6" destOrd="0" presId="urn:microsoft.com/office/officeart/2005/8/layout/hProcess4"/>
    <dgm:cxn modelId="{541DCEA7-DF2D-402A-858C-CE9F18CC56DA}" type="presParOf" srcId="{8ABF1262-B5AC-4DCC-B0D7-EAFE24254CEE}" destId="{5811D835-1F03-4CE1-9FBC-7CE3599CF657}" srcOrd="0" destOrd="0" presId="urn:microsoft.com/office/officeart/2005/8/layout/hProcess4"/>
    <dgm:cxn modelId="{6BF2D5C3-5FE5-41A3-B10C-E982C8EF995D}" type="presParOf" srcId="{8ABF1262-B5AC-4DCC-B0D7-EAFE24254CEE}" destId="{A4859E86-61B9-4584-AFBB-C24AC8AB8A23}" srcOrd="1" destOrd="0" presId="urn:microsoft.com/office/officeart/2005/8/layout/hProcess4"/>
    <dgm:cxn modelId="{CEEC4762-E9C6-4278-B7A7-D9D22DD667C7}" type="presParOf" srcId="{8ABF1262-B5AC-4DCC-B0D7-EAFE24254CEE}" destId="{9B3560FB-CB89-468F-9EAB-9211AF20B3AE}" srcOrd="2" destOrd="0" presId="urn:microsoft.com/office/officeart/2005/8/layout/hProcess4"/>
    <dgm:cxn modelId="{7F08AC52-D544-40E0-A67E-802E0F0694FF}" type="presParOf" srcId="{8ABF1262-B5AC-4DCC-B0D7-EAFE24254CEE}" destId="{04CEC580-D103-4410-A54F-969DF71AA792}" srcOrd="3" destOrd="0" presId="urn:microsoft.com/office/officeart/2005/8/layout/hProcess4"/>
    <dgm:cxn modelId="{AF6A7B3B-56A4-493E-B356-BACE5C3C48F0}" type="presParOf" srcId="{8ABF1262-B5AC-4DCC-B0D7-EAFE24254CEE}" destId="{EFB755E4-2B18-415C-AD08-7B4B77AD0596}" srcOrd="4" destOrd="0" presId="urn:microsoft.com/office/officeart/2005/8/layout/h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7C88FB-9868-4F55-9F15-98847768B7D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485B77-5AF9-4BC3-AFC0-89F32F5C4324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Сегментация данных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449BB639-D40B-49CF-B721-DDC7A0FC1766}" type="parTrans" cxnId="{20B9BC46-E55A-46BF-B821-7DBA8FABBF0A}">
      <dgm:prSet/>
      <dgm:spPr/>
      <dgm:t>
        <a:bodyPr/>
        <a:lstStyle/>
        <a:p>
          <a:endParaRPr lang="ru-RU"/>
        </a:p>
      </dgm:t>
    </dgm:pt>
    <dgm:pt modelId="{A39CF63A-7F29-4050-9614-25BE20E3F10B}" type="sibTrans" cxnId="{20B9BC46-E55A-46BF-B821-7DBA8FABBF0A}">
      <dgm:prSet/>
      <dgm:spPr/>
      <dgm:t>
        <a:bodyPr/>
        <a:lstStyle/>
        <a:p>
          <a:endParaRPr lang="ru-RU"/>
        </a:p>
      </dgm:t>
    </dgm:pt>
    <dgm:pt modelId="{20562001-9172-406B-B925-B414A5ADC194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Масштабная репликация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91C4D1D4-0B8F-43C0-A360-8CDB7C350CFB}" type="parTrans" cxnId="{D77D424B-2EC3-4E68-AF2D-486CDB50F449}">
      <dgm:prSet/>
      <dgm:spPr/>
      <dgm:t>
        <a:bodyPr/>
        <a:lstStyle/>
        <a:p>
          <a:endParaRPr lang="ru-RU"/>
        </a:p>
      </dgm:t>
    </dgm:pt>
    <dgm:pt modelId="{B4A29602-C433-4389-AE7F-44CF60D6B94E}" type="sibTrans" cxnId="{D77D424B-2EC3-4E68-AF2D-486CDB50F449}">
      <dgm:prSet/>
      <dgm:spPr/>
      <dgm:t>
        <a:bodyPr/>
        <a:lstStyle/>
        <a:p>
          <a:endParaRPr lang="ru-RU"/>
        </a:p>
      </dgm:t>
    </dgm:pt>
    <dgm:pt modelId="{E69097F9-5905-42CB-AA7D-D94963B6AB13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Строгая математическая модель кворумов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02DA411B-EAC4-471B-A45D-AD9AB61B8D62}" type="parTrans" cxnId="{119B2FE3-973D-405E-97F6-713179F1E4E9}">
      <dgm:prSet/>
      <dgm:spPr/>
      <dgm:t>
        <a:bodyPr/>
        <a:lstStyle/>
        <a:p>
          <a:endParaRPr lang="ru-RU"/>
        </a:p>
      </dgm:t>
    </dgm:pt>
    <dgm:pt modelId="{7B11DDF5-FD5A-4254-B02C-FD0DB2E2EDA3}" type="sibTrans" cxnId="{119B2FE3-973D-405E-97F6-713179F1E4E9}">
      <dgm:prSet/>
      <dgm:spPr/>
      <dgm:t>
        <a:bodyPr/>
        <a:lstStyle/>
        <a:p>
          <a:endParaRPr lang="ru-RU"/>
        </a:p>
      </dgm:t>
    </dgm:pt>
    <dgm:pt modelId="{3938B6F0-F353-4F06-A5E5-C14149A20365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Идеальная выживаемость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1D1CE834-64B0-4939-835A-42C4B11C14BA}" type="parTrans" cxnId="{20C2018F-7A95-45FC-9376-6A0BCAF5C69A}">
      <dgm:prSet/>
      <dgm:spPr/>
      <dgm:t>
        <a:bodyPr/>
        <a:lstStyle/>
        <a:p>
          <a:endParaRPr lang="ru-RU"/>
        </a:p>
      </dgm:t>
    </dgm:pt>
    <dgm:pt modelId="{EEBD24B9-3D70-4D76-BF69-9FD031117549}" type="sibTrans" cxnId="{20C2018F-7A95-45FC-9376-6A0BCAF5C69A}">
      <dgm:prSet/>
      <dgm:spPr/>
      <dgm:t>
        <a:bodyPr/>
        <a:lstStyle/>
        <a:p>
          <a:endParaRPr lang="ru-RU"/>
        </a:p>
      </dgm:t>
    </dgm:pt>
    <dgm:pt modelId="{8B192752-79E8-4596-BE43-C1DEE36BD6EB}" type="pres">
      <dgm:prSet presAssocID="{8D7C88FB-9868-4F55-9F15-98847768B7DC}" presName="rootnode" presStyleCnt="0">
        <dgm:presLayoutVars>
          <dgm:chMax/>
          <dgm:chPref/>
          <dgm:dir val="rev"/>
          <dgm:animLvl val="lvl"/>
        </dgm:presLayoutVars>
      </dgm:prSet>
      <dgm:spPr/>
    </dgm:pt>
    <dgm:pt modelId="{01E7BEC4-E373-49F0-A40B-9A944CC9AE93}" type="pres">
      <dgm:prSet presAssocID="{BA485B77-5AF9-4BC3-AFC0-89F32F5C4324}" presName="composite" presStyleCnt="0"/>
      <dgm:spPr/>
    </dgm:pt>
    <dgm:pt modelId="{C0A43713-D6B7-4901-B6E6-F3AD6216FF8B}" type="pres">
      <dgm:prSet presAssocID="{BA485B77-5AF9-4BC3-AFC0-89F32F5C4324}" presName="bentUpArrow1" presStyleLbl="alignImgPlace1" presStyleIdx="0" presStyleCnt="3"/>
      <dgm:spPr>
        <a:solidFill>
          <a:srgbClr val="BFAEB7"/>
        </a:solidFill>
      </dgm:spPr>
    </dgm:pt>
    <dgm:pt modelId="{8F2D31C7-04DA-4382-B1C1-9890E92EE466}" type="pres">
      <dgm:prSet presAssocID="{BA485B77-5AF9-4BC3-AFC0-89F32F5C4324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63A2294-9815-42A7-8593-C2B84B664E44}" type="pres">
      <dgm:prSet presAssocID="{BA485B77-5AF9-4BC3-AFC0-89F32F5C4324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403D195-41E1-4B4C-B914-59AEAB4AAD38}" type="pres">
      <dgm:prSet presAssocID="{A39CF63A-7F29-4050-9614-25BE20E3F10B}" presName="sibTrans" presStyleCnt="0"/>
      <dgm:spPr/>
    </dgm:pt>
    <dgm:pt modelId="{6F4742EA-2644-4E4E-BA9F-DC51509164F3}" type="pres">
      <dgm:prSet presAssocID="{20562001-9172-406B-B925-B414A5ADC194}" presName="composite" presStyleCnt="0"/>
      <dgm:spPr/>
    </dgm:pt>
    <dgm:pt modelId="{9B48CFD9-5D30-46D0-8239-540FA8B98EAA}" type="pres">
      <dgm:prSet presAssocID="{20562001-9172-406B-B925-B414A5ADC194}" presName="bentUpArrow1" presStyleLbl="alignImgPlace1" presStyleIdx="1" presStyleCnt="3"/>
      <dgm:spPr>
        <a:solidFill>
          <a:srgbClr val="BFAEB7"/>
        </a:solidFill>
      </dgm:spPr>
    </dgm:pt>
    <dgm:pt modelId="{C7B08273-BBB7-418D-BC19-FE594D9A8BED}" type="pres">
      <dgm:prSet presAssocID="{20562001-9172-406B-B925-B414A5ADC194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29F90E9F-142B-4ADB-9B4C-B53DFA89E912}" type="pres">
      <dgm:prSet presAssocID="{20562001-9172-406B-B925-B414A5ADC194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5EF4F19-57E1-4FDC-9E26-D146D2BCF0EE}" type="pres">
      <dgm:prSet presAssocID="{B4A29602-C433-4389-AE7F-44CF60D6B94E}" presName="sibTrans" presStyleCnt="0"/>
      <dgm:spPr/>
    </dgm:pt>
    <dgm:pt modelId="{EBC8F98F-6D22-454A-A34B-8B78A5DA9840}" type="pres">
      <dgm:prSet presAssocID="{E69097F9-5905-42CB-AA7D-D94963B6AB13}" presName="composite" presStyleCnt="0"/>
      <dgm:spPr/>
    </dgm:pt>
    <dgm:pt modelId="{9A590AFB-8209-41EE-8079-D0DC6D74980C}" type="pres">
      <dgm:prSet presAssocID="{E69097F9-5905-42CB-AA7D-D94963B6AB13}" presName="bentUpArrow1" presStyleLbl="alignImgPlace1" presStyleIdx="2" presStyleCnt="3"/>
      <dgm:spPr>
        <a:solidFill>
          <a:srgbClr val="BFAEB7"/>
        </a:solidFill>
      </dgm:spPr>
    </dgm:pt>
    <dgm:pt modelId="{842E76E8-B03B-4D2D-93C6-734994DB8CAB}" type="pres">
      <dgm:prSet presAssocID="{E69097F9-5905-42CB-AA7D-D94963B6AB13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95D0822E-22D3-47C2-B91B-91C0930FA54A}" type="pres">
      <dgm:prSet presAssocID="{E69097F9-5905-42CB-AA7D-D94963B6AB13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F737BAE-DC98-4E57-A6D4-C90DB2631B20}" type="pres">
      <dgm:prSet presAssocID="{7B11DDF5-FD5A-4254-B02C-FD0DB2E2EDA3}" presName="sibTrans" presStyleCnt="0"/>
      <dgm:spPr/>
    </dgm:pt>
    <dgm:pt modelId="{6A7269FE-895E-4CE2-A5A1-7AB30CC53D4D}" type="pres">
      <dgm:prSet presAssocID="{3938B6F0-F353-4F06-A5E5-C14149A20365}" presName="composite" presStyleCnt="0"/>
      <dgm:spPr/>
    </dgm:pt>
    <dgm:pt modelId="{3B6B5A12-053B-436F-A301-5C3F2D7DCFA1}" type="pres">
      <dgm:prSet presAssocID="{3938B6F0-F353-4F06-A5E5-C14149A20365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CADEB906-E0E1-491D-82A7-258E3F4D7EEF}" type="presOf" srcId="{20562001-9172-406B-B925-B414A5ADC194}" destId="{C7B08273-BBB7-418D-BC19-FE594D9A8BED}" srcOrd="0" destOrd="0" presId="urn:microsoft.com/office/officeart/2005/8/layout/StepDownProcess"/>
    <dgm:cxn modelId="{198D8920-14F8-4187-A8E9-06AB723D168D}" type="presOf" srcId="{BA485B77-5AF9-4BC3-AFC0-89F32F5C4324}" destId="{8F2D31C7-04DA-4382-B1C1-9890E92EE466}" srcOrd="0" destOrd="0" presId="urn:microsoft.com/office/officeart/2005/8/layout/StepDownProcess"/>
    <dgm:cxn modelId="{59BA923A-8143-4E24-848B-AB3BA4ADDBB2}" type="presOf" srcId="{E69097F9-5905-42CB-AA7D-D94963B6AB13}" destId="{842E76E8-B03B-4D2D-93C6-734994DB8CAB}" srcOrd="0" destOrd="0" presId="urn:microsoft.com/office/officeart/2005/8/layout/StepDownProcess"/>
    <dgm:cxn modelId="{20B9BC46-E55A-46BF-B821-7DBA8FABBF0A}" srcId="{8D7C88FB-9868-4F55-9F15-98847768B7DC}" destId="{BA485B77-5AF9-4BC3-AFC0-89F32F5C4324}" srcOrd="0" destOrd="0" parTransId="{449BB639-D40B-49CF-B721-DDC7A0FC1766}" sibTransId="{A39CF63A-7F29-4050-9614-25BE20E3F10B}"/>
    <dgm:cxn modelId="{D77D424B-2EC3-4E68-AF2D-486CDB50F449}" srcId="{8D7C88FB-9868-4F55-9F15-98847768B7DC}" destId="{20562001-9172-406B-B925-B414A5ADC194}" srcOrd="1" destOrd="0" parTransId="{91C4D1D4-0B8F-43C0-A360-8CDB7C350CFB}" sibTransId="{B4A29602-C433-4389-AE7F-44CF60D6B94E}"/>
    <dgm:cxn modelId="{20C2018F-7A95-45FC-9376-6A0BCAF5C69A}" srcId="{8D7C88FB-9868-4F55-9F15-98847768B7DC}" destId="{3938B6F0-F353-4F06-A5E5-C14149A20365}" srcOrd="3" destOrd="0" parTransId="{1D1CE834-64B0-4939-835A-42C4B11C14BA}" sibTransId="{EEBD24B9-3D70-4D76-BF69-9FD031117549}"/>
    <dgm:cxn modelId="{5ACC8D94-F689-4475-A75B-5CD909A591A6}" type="presOf" srcId="{3938B6F0-F353-4F06-A5E5-C14149A20365}" destId="{3B6B5A12-053B-436F-A301-5C3F2D7DCFA1}" srcOrd="0" destOrd="0" presId="urn:microsoft.com/office/officeart/2005/8/layout/StepDownProcess"/>
    <dgm:cxn modelId="{5FF1F9A5-974D-4E51-B716-DA9FF257F37B}" type="presOf" srcId="{8D7C88FB-9868-4F55-9F15-98847768B7DC}" destId="{8B192752-79E8-4596-BE43-C1DEE36BD6EB}" srcOrd="0" destOrd="0" presId="urn:microsoft.com/office/officeart/2005/8/layout/StepDownProcess"/>
    <dgm:cxn modelId="{119B2FE3-973D-405E-97F6-713179F1E4E9}" srcId="{8D7C88FB-9868-4F55-9F15-98847768B7DC}" destId="{E69097F9-5905-42CB-AA7D-D94963B6AB13}" srcOrd="2" destOrd="0" parTransId="{02DA411B-EAC4-471B-A45D-AD9AB61B8D62}" sibTransId="{7B11DDF5-FD5A-4254-B02C-FD0DB2E2EDA3}"/>
    <dgm:cxn modelId="{A445FF7E-F3AB-4BBE-A3E9-E8D2DBEDD7CB}" type="presParOf" srcId="{8B192752-79E8-4596-BE43-C1DEE36BD6EB}" destId="{01E7BEC4-E373-49F0-A40B-9A944CC9AE93}" srcOrd="0" destOrd="0" presId="urn:microsoft.com/office/officeart/2005/8/layout/StepDownProcess"/>
    <dgm:cxn modelId="{0D96293B-0DBC-4318-8BA3-5A7C211DC47E}" type="presParOf" srcId="{01E7BEC4-E373-49F0-A40B-9A944CC9AE93}" destId="{C0A43713-D6B7-4901-B6E6-F3AD6216FF8B}" srcOrd="0" destOrd="0" presId="urn:microsoft.com/office/officeart/2005/8/layout/StepDownProcess"/>
    <dgm:cxn modelId="{372BC8DA-4903-49B9-8D06-7610572FC45F}" type="presParOf" srcId="{01E7BEC4-E373-49F0-A40B-9A944CC9AE93}" destId="{8F2D31C7-04DA-4382-B1C1-9890E92EE466}" srcOrd="1" destOrd="0" presId="urn:microsoft.com/office/officeart/2005/8/layout/StepDownProcess"/>
    <dgm:cxn modelId="{B2E2241C-B292-4C28-8E23-611045103B6E}" type="presParOf" srcId="{01E7BEC4-E373-49F0-A40B-9A944CC9AE93}" destId="{063A2294-9815-42A7-8593-C2B84B664E44}" srcOrd="2" destOrd="0" presId="urn:microsoft.com/office/officeart/2005/8/layout/StepDownProcess"/>
    <dgm:cxn modelId="{9A30E136-AC5B-48E0-85F8-146059F2B70B}" type="presParOf" srcId="{8B192752-79E8-4596-BE43-C1DEE36BD6EB}" destId="{F403D195-41E1-4B4C-B914-59AEAB4AAD38}" srcOrd="1" destOrd="0" presId="urn:microsoft.com/office/officeart/2005/8/layout/StepDownProcess"/>
    <dgm:cxn modelId="{3E2A36F9-C6DB-439F-A54B-DCF96567E87C}" type="presParOf" srcId="{8B192752-79E8-4596-BE43-C1DEE36BD6EB}" destId="{6F4742EA-2644-4E4E-BA9F-DC51509164F3}" srcOrd="2" destOrd="0" presId="urn:microsoft.com/office/officeart/2005/8/layout/StepDownProcess"/>
    <dgm:cxn modelId="{2B38C7C5-39BE-4057-A1FC-0B8C247C50CE}" type="presParOf" srcId="{6F4742EA-2644-4E4E-BA9F-DC51509164F3}" destId="{9B48CFD9-5D30-46D0-8239-540FA8B98EAA}" srcOrd="0" destOrd="0" presId="urn:microsoft.com/office/officeart/2005/8/layout/StepDownProcess"/>
    <dgm:cxn modelId="{6A0D88B6-4B82-41EC-85D7-7C3B98499623}" type="presParOf" srcId="{6F4742EA-2644-4E4E-BA9F-DC51509164F3}" destId="{C7B08273-BBB7-418D-BC19-FE594D9A8BED}" srcOrd="1" destOrd="0" presId="urn:microsoft.com/office/officeart/2005/8/layout/StepDownProcess"/>
    <dgm:cxn modelId="{DE4B4319-4D7B-4F92-BF2D-DBCAD6B9E064}" type="presParOf" srcId="{6F4742EA-2644-4E4E-BA9F-DC51509164F3}" destId="{29F90E9F-142B-4ADB-9B4C-B53DFA89E912}" srcOrd="2" destOrd="0" presId="urn:microsoft.com/office/officeart/2005/8/layout/StepDownProcess"/>
    <dgm:cxn modelId="{A2D6D68F-4917-410F-866B-666FFDA5E002}" type="presParOf" srcId="{8B192752-79E8-4596-BE43-C1DEE36BD6EB}" destId="{C5EF4F19-57E1-4FDC-9E26-D146D2BCF0EE}" srcOrd="3" destOrd="0" presId="urn:microsoft.com/office/officeart/2005/8/layout/StepDownProcess"/>
    <dgm:cxn modelId="{6195EAB3-FD87-4D9E-9585-C8D58FCF507F}" type="presParOf" srcId="{8B192752-79E8-4596-BE43-C1DEE36BD6EB}" destId="{EBC8F98F-6D22-454A-A34B-8B78A5DA9840}" srcOrd="4" destOrd="0" presId="urn:microsoft.com/office/officeart/2005/8/layout/StepDownProcess"/>
    <dgm:cxn modelId="{704B757B-C044-49E0-95EC-4F71B5344CAD}" type="presParOf" srcId="{EBC8F98F-6D22-454A-A34B-8B78A5DA9840}" destId="{9A590AFB-8209-41EE-8079-D0DC6D74980C}" srcOrd="0" destOrd="0" presId="urn:microsoft.com/office/officeart/2005/8/layout/StepDownProcess"/>
    <dgm:cxn modelId="{DFBC8FD8-9523-4862-BAF6-AB4A41844182}" type="presParOf" srcId="{EBC8F98F-6D22-454A-A34B-8B78A5DA9840}" destId="{842E76E8-B03B-4D2D-93C6-734994DB8CAB}" srcOrd="1" destOrd="0" presId="urn:microsoft.com/office/officeart/2005/8/layout/StepDownProcess"/>
    <dgm:cxn modelId="{85785D77-344A-4828-8CEF-8F5CEEDC6D6D}" type="presParOf" srcId="{EBC8F98F-6D22-454A-A34B-8B78A5DA9840}" destId="{95D0822E-22D3-47C2-B91B-91C0930FA54A}" srcOrd="2" destOrd="0" presId="urn:microsoft.com/office/officeart/2005/8/layout/StepDownProcess"/>
    <dgm:cxn modelId="{068DECB6-591C-4C51-9973-5DA43A233ABC}" type="presParOf" srcId="{8B192752-79E8-4596-BE43-C1DEE36BD6EB}" destId="{BF737BAE-DC98-4E57-A6D4-C90DB2631B20}" srcOrd="5" destOrd="0" presId="urn:microsoft.com/office/officeart/2005/8/layout/StepDownProcess"/>
    <dgm:cxn modelId="{BDBB9A52-CD16-45BB-9098-88B2906BC05E}" type="presParOf" srcId="{8B192752-79E8-4596-BE43-C1DEE36BD6EB}" destId="{6A7269FE-895E-4CE2-A5A1-7AB30CC53D4D}" srcOrd="6" destOrd="0" presId="urn:microsoft.com/office/officeart/2005/8/layout/StepDownProcess"/>
    <dgm:cxn modelId="{F0E3D030-A796-4210-AA8E-F7E5326C399B}" type="presParOf" srcId="{6A7269FE-895E-4CE2-A5A1-7AB30CC53D4D}" destId="{3B6B5A12-053B-436F-A301-5C3F2D7DCFA1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ru-RU" b="1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DECLARE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SET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num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: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Sever!'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'MySQL!'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||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</a:t>
          </a:r>
          <a:r>
            <a:rPr lang="en-US" b="0" i="0" dirty="0" err="1">
              <a:solidFill>
                <a:srgbClr val="880000"/>
              </a:solidFill>
              <a:effectLst/>
              <a:latin typeface="Lucida Console" panose="020B0609040504020204" pitchFamily="49" charset="0"/>
            </a:rPr>
            <a:t>PostgeSQL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!'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344243A3-01DC-49E8-B442-8B411F1D879E}">
      <dgm:prSet/>
      <dgm:spPr/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+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Server!'</a:t>
          </a:r>
          <a:endParaRPr lang="ru-RU" dirty="0"/>
        </a:p>
      </dgm:t>
    </dgm:pt>
    <dgm:pt modelId="{25A20B18-E5DF-456B-9EAD-D1D935A92A5C}" type="parTrans" cxnId="{18C2F904-A1B4-40D6-83B2-6C19106DDC3C}">
      <dgm:prSet/>
      <dgm:spPr/>
      <dgm:t>
        <a:bodyPr/>
        <a:lstStyle/>
        <a:p>
          <a:endParaRPr lang="ru-RU"/>
        </a:p>
      </dgm:t>
    </dgm:pt>
    <dgm:pt modelId="{83168025-A56E-4C6F-9AEF-055AFB22063C}" type="sibTrans" cxnId="{18C2F904-A1B4-40D6-83B2-6C19106DDC3C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8C2F904-A1B4-40D6-83B2-6C19106DDC3C}" srcId="{4E09BF95-F3E4-40AA-A425-1D23E5D13794}" destId="{344243A3-01DC-49E8-B442-8B411F1D879E}" srcOrd="1" destOrd="0" parTransId="{25A20B18-E5DF-456B-9EAD-D1D935A92A5C}" sibTransId="{83168025-A56E-4C6F-9AEF-055AFB22063C}"/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8FC6E499-4C9F-406B-B962-48653D72B8CE}" type="presOf" srcId="{344243A3-01DC-49E8-B442-8B411F1D879E}" destId="{71896128-D766-4151-A5F2-2F128F18B11D}" srcOrd="0" destOrd="1" presId="urn:microsoft.com/office/officeart/2005/8/layout/list1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FETCH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NEXT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ONLY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GETDATE()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NOW() 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CURRENT_TIMESTAMP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DATEADD(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DATE_ADD(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DATE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+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'5 days'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6CE2E1B2-4997-475C-A0B3-90633CD0A8DC}">
      <dgm:prSet/>
      <dgm:spPr/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col::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endParaRPr lang="ru-RU" dirty="0"/>
        </a:p>
      </dgm:t>
    </dgm:pt>
    <dgm:pt modelId="{B6619BED-8C72-41FC-A549-FEC7A3676CB3}" type="parTrans" cxnId="{F5B2D23E-7FCE-4E0B-8067-9F4F9638DA2A}">
      <dgm:prSet/>
      <dgm:spPr/>
      <dgm:t>
        <a:bodyPr/>
        <a:lstStyle/>
        <a:p>
          <a:endParaRPr lang="ru-RU"/>
        </a:p>
      </dgm:t>
    </dgm:pt>
    <dgm:pt modelId="{9A4594D5-3B49-4145-B07C-B75448E8A5C9}" type="sibTrans" cxnId="{F5B2D23E-7FCE-4E0B-8067-9F4F9638DA2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F5B2D23E-7FCE-4E0B-8067-9F4F9638DA2A}" srcId="{DEC073ED-2A77-4A79-8AD7-20FDFAA09261}" destId="{6CE2E1B2-4997-475C-A0B3-90633CD0A8DC}" srcOrd="1" destOrd="0" parTransId="{B6619BED-8C72-41FC-A549-FEC7A3676CB3}" sibTransId="{9A4594D5-3B49-4145-B07C-B75448E8A5C9}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A4B2FF64-E347-44A4-B5B6-3D51334C2CD2}" type="presOf" srcId="{6CE2E1B2-4997-475C-A0B3-90633CD0A8DC}" destId="{64B045CE-DB3D-42F2-8E22-945B1065BFE2}" srcOrd="0" destOrd="1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ISNULL(col,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IFNULL(col,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A998D0EF-6219-4544-9E11-9774DA610A69}">
      <dgm:prSet/>
      <dgm:spPr/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BD6A78F6-3DC2-41FB-A697-0CD89E8C98B4}" type="parTrans" cxnId="{F2AE4CFB-D624-4452-8AC4-66DA253604D8}">
      <dgm:prSet/>
      <dgm:spPr/>
      <dgm:t>
        <a:bodyPr/>
        <a:lstStyle/>
        <a:p>
          <a:endParaRPr lang="ru-RU"/>
        </a:p>
      </dgm:t>
    </dgm:pt>
    <dgm:pt modelId="{24C7B5CA-EBBD-4C01-B4A7-A8B68445D029}" type="sibTrans" cxnId="{F2AE4CFB-D624-4452-8AC4-66DA253604D8}">
      <dgm:prSet/>
      <dgm:spPr/>
      <dgm:t>
        <a:bodyPr/>
        <a:lstStyle/>
        <a:p>
          <a:endParaRPr lang="ru-RU"/>
        </a:p>
      </dgm:t>
    </dgm:pt>
    <dgm:pt modelId="{2E80D505-A0B3-4A44-AD47-3C72042CA4EB}">
      <dgm:prSet/>
      <dgm:spPr/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0BE9C239-16B7-4CBB-ACCE-5C242973C229}" type="parTrans" cxnId="{A453ADBF-015F-46F0-9AEF-0064EDAB530F}">
      <dgm:prSet/>
      <dgm:spPr/>
      <dgm:t>
        <a:bodyPr/>
        <a:lstStyle/>
        <a:p>
          <a:endParaRPr lang="ru-RU"/>
        </a:p>
      </dgm:t>
    </dgm:pt>
    <dgm:pt modelId="{C66E2299-E9B3-49E2-BCA1-8DF284FB2889}" type="sibTrans" cxnId="{A453ADBF-015F-46F0-9AEF-0064EDAB530F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764B539D-F7A2-4D8E-8799-0904824CB2AC}" type="presOf" srcId="{2E80D505-A0B3-4A44-AD47-3C72042CA4EB}" destId="{6B2E06EE-703F-4BA5-A342-A26F90108D78}" srcOrd="0" destOrd="1" presId="urn:microsoft.com/office/officeart/2005/8/layout/list1"/>
    <dgm:cxn modelId="{A453ADBF-015F-46F0-9AEF-0064EDAB530F}" srcId="{8807E424-CB07-49E2-B39E-5635BE56E6EF}" destId="{2E80D505-A0B3-4A44-AD47-3C72042CA4EB}" srcOrd="1" destOrd="0" parTransId="{0BE9C239-16B7-4CBB-ACCE-5C242973C229}" sibTransId="{C66E2299-E9B3-49E2-BCA1-8DF284FB2889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C32AEEF6-FA91-4A2E-AB59-4DB01B66B76C}" type="presOf" srcId="{A998D0EF-6219-4544-9E11-9774DA610A69}" destId="{71896128-D766-4151-A5F2-2F128F18B11D}" srcOrd="0" destOrd="1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2AE4CFB-D624-4452-8AC4-66DA253604D8}" srcId="{4E09BF95-F3E4-40AA-A425-1D23E5D13794}" destId="{A998D0EF-6219-4544-9E11-9774DA610A69}" srcOrd="1" destOrd="0" parTransId="{BD6A78F6-3DC2-41FB-A697-0CD89E8C98B4}" sibTransId="{24C7B5CA-EBBD-4C01-B4A7-A8B68445D029}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E513BC9-FEDB-473C-A87A-7D9635D9E713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54B2F04A-A9EA-46B6-A614-0A6D4F5D066A}">
      <dgm:prSet phldrT="[Текст]"/>
      <dgm:spPr>
        <a:solidFill>
          <a:srgbClr val="BFAEB7"/>
        </a:solidFill>
      </dgm:spPr>
      <dgm:t>
        <a:bodyPr/>
        <a:lstStyle/>
        <a:p>
          <a:r>
            <a:rPr lang="ru-RU" dirty="0">
              <a:latin typeface="Bahnschrift SemiCondensed" panose="020B0502040204020203" pitchFamily="34" charset="0"/>
            </a:rPr>
            <a:t>«Мы отказались от ограничений физических серверов и без проблем масштабируемся в облаке с помощью Aurora Serverless». - Марк Фидлер, владелец продукта BMW </a:t>
          </a:r>
          <a:r>
            <a:rPr lang="ru-RU" dirty="0" err="1">
              <a:latin typeface="Bahnschrift SemiCondensed" panose="020B0502040204020203" pitchFamily="34" charset="0"/>
            </a:rPr>
            <a:t>Messages</a:t>
          </a:r>
          <a:r>
            <a:rPr lang="ru-RU" dirty="0">
              <a:latin typeface="Bahnschrift SemiCondensed" panose="020B0502040204020203" pitchFamily="34" charset="0"/>
            </a:rPr>
            <a:t>, BMW Group.</a:t>
          </a:r>
          <a:endParaRPr lang="ru-RU" dirty="0"/>
        </a:p>
      </dgm:t>
    </dgm:pt>
    <dgm:pt modelId="{1DEB250F-CD84-4613-834F-59B5D4BDFEA8}" type="parTrans" cxnId="{0C04DB76-0CCE-4127-A06E-F2A12966F4EF}">
      <dgm:prSet/>
      <dgm:spPr/>
      <dgm:t>
        <a:bodyPr/>
        <a:lstStyle/>
        <a:p>
          <a:endParaRPr lang="ru-RU"/>
        </a:p>
      </dgm:t>
    </dgm:pt>
    <dgm:pt modelId="{55EE8DB8-F9F9-459C-95E4-C4805A451F6A}" type="sibTrans" cxnId="{0C04DB76-0CCE-4127-A06E-F2A12966F4EF}">
      <dgm:prSet/>
      <dgm:spPr/>
      <dgm:t>
        <a:bodyPr/>
        <a:lstStyle/>
        <a:p>
          <a:endParaRPr lang="ru-RU"/>
        </a:p>
      </dgm:t>
    </dgm:pt>
    <dgm:pt modelId="{053D3FDF-9516-4251-9483-0794FE47AB9B}">
      <dgm:prSet phldrT="[Текст]"/>
      <dgm:spPr>
        <a:solidFill>
          <a:srgbClr val="BFAEB7"/>
        </a:solidFill>
      </dgm:spPr>
      <dgm:t>
        <a:bodyPr/>
        <a:lstStyle/>
        <a:p>
          <a:r>
            <a:rPr lang="ru-RU" dirty="0">
              <a:latin typeface="Bahnschrift SemiCondensed" panose="020B0502040204020203" pitchFamily="34" charset="0"/>
            </a:rPr>
            <a:t>«Главное преимущество Amazon Aurora — это масштабируемость, особенно если рассматривать её с точки зрения стоимости». - </a:t>
          </a:r>
          <a:r>
            <a:rPr lang="ru-RU" dirty="0" err="1">
              <a:latin typeface="Bahnschrift SemiCondensed" panose="020B0502040204020203" pitchFamily="34" charset="0"/>
            </a:rPr>
            <a:t>Сальва</a:t>
          </a:r>
          <a:r>
            <a:rPr lang="ru-RU" dirty="0">
              <a:latin typeface="Bahnschrift SemiCondensed" panose="020B0502040204020203" pitchFamily="34" charset="0"/>
            </a:rPr>
            <a:t> Юнг, главный архитектор и инженер-менеджер, Samsung.</a:t>
          </a:r>
          <a:endParaRPr lang="ru-RU" dirty="0"/>
        </a:p>
      </dgm:t>
    </dgm:pt>
    <dgm:pt modelId="{CE384803-C7FF-44AA-9E9E-4AEA3539FCB3}" type="parTrans" cxnId="{C4D93E68-DBBF-430F-847E-2AB6640B9C00}">
      <dgm:prSet/>
      <dgm:spPr/>
      <dgm:t>
        <a:bodyPr/>
        <a:lstStyle/>
        <a:p>
          <a:endParaRPr lang="ru-RU"/>
        </a:p>
      </dgm:t>
    </dgm:pt>
    <dgm:pt modelId="{DA19AD40-AB70-4E15-88A6-9A23200255C2}" type="sibTrans" cxnId="{C4D93E68-DBBF-430F-847E-2AB6640B9C00}">
      <dgm:prSet/>
      <dgm:spPr/>
      <dgm:t>
        <a:bodyPr/>
        <a:lstStyle/>
        <a:p>
          <a:endParaRPr lang="ru-RU"/>
        </a:p>
      </dgm:t>
    </dgm:pt>
    <dgm:pt modelId="{81061B31-87A1-4C0C-A7BA-EACBA5EEB446}">
      <dgm:prSet phldrT="[Текст]"/>
      <dgm:spPr>
        <a:solidFill>
          <a:srgbClr val="BFAEB7"/>
        </a:solidFill>
      </dgm:spPr>
      <dgm:t>
        <a:bodyPr/>
        <a:lstStyle/>
        <a:p>
          <a:r>
            <a:rPr lang="ru-RU" dirty="0">
              <a:latin typeface="Bahnschrift SemiCondensed" panose="020B0502040204020203" pitchFamily="34" charset="0"/>
            </a:rPr>
            <a:t>«Мы смогли протестировать функцию параллельных запросов Aurora, и прирост производительности оказался очень значительным. В частности, для запросов, выполняющих полное сканирование таблиц или извлечение данных из массивных индексов с миллиардами строк, мы заметили сокращение времени выполнения запроса с 32 минут до 3 минут». - </a:t>
          </a:r>
          <a:r>
            <a:rPr lang="ru-RU" dirty="0" err="1">
              <a:latin typeface="Bahnschrift SemiCondensed" panose="020B0502040204020203" pitchFamily="34" charset="0"/>
            </a:rPr>
            <a:t>Джиоти</a:t>
          </a:r>
          <a:r>
            <a:rPr lang="ru-RU" dirty="0">
              <a:latin typeface="Bahnschrift SemiCondensed" panose="020B0502040204020203" pitchFamily="34" charset="0"/>
            </a:rPr>
            <a:t> </a:t>
          </a:r>
          <a:r>
            <a:rPr lang="ru-RU" dirty="0" err="1">
              <a:latin typeface="Bahnschrift SemiCondensed" panose="020B0502040204020203" pitchFamily="34" charset="0"/>
            </a:rPr>
            <a:t>Шандил</a:t>
          </a:r>
          <a:r>
            <a:rPr lang="ru-RU" dirty="0">
              <a:latin typeface="Bahnschrift SemiCondensed" panose="020B0502040204020203" pitchFamily="34" charset="0"/>
            </a:rPr>
            <a:t>, архитектор облачных данных </a:t>
          </a:r>
          <a:r>
            <a:rPr lang="ru-RU" dirty="0" err="1">
              <a:latin typeface="Bahnschrift SemiCondensed" panose="020B0502040204020203" pitchFamily="34" charset="0"/>
            </a:rPr>
            <a:t>Netflix</a:t>
          </a:r>
          <a:r>
            <a:rPr lang="ru-RU" dirty="0">
              <a:latin typeface="Bahnschrift SemiCondensed" panose="020B0502040204020203" pitchFamily="34" charset="0"/>
            </a:rPr>
            <a:t>.</a:t>
          </a:r>
          <a:endParaRPr lang="ru-RU" dirty="0"/>
        </a:p>
      </dgm:t>
    </dgm:pt>
    <dgm:pt modelId="{B1B1E192-CA59-4E91-A5B1-C660417FC7DD}" type="parTrans" cxnId="{346548F4-4998-4CED-A5A7-CE2056DEEB30}">
      <dgm:prSet/>
      <dgm:spPr/>
      <dgm:t>
        <a:bodyPr/>
        <a:lstStyle/>
        <a:p>
          <a:endParaRPr lang="ru-RU"/>
        </a:p>
      </dgm:t>
    </dgm:pt>
    <dgm:pt modelId="{16729E29-2E66-456D-9E2F-770C3D94404A}" type="sibTrans" cxnId="{346548F4-4998-4CED-A5A7-CE2056DEEB30}">
      <dgm:prSet/>
      <dgm:spPr/>
      <dgm:t>
        <a:bodyPr/>
        <a:lstStyle/>
        <a:p>
          <a:endParaRPr lang="ru-RU"/>
        </a:p>
      </dgm:t>
    </dgm:pt>
    <dgm:pt modelId="{F89A72B7-075A-4D29-940A-D9F6D7660DEE}" type="pres">
      <dgm:prSet presAssocID="{0E513BC9-FEDB-473C-A87A-7D9635D9E713}" presName="Name0" presStyleCnt="0">
        <dgm:presLayoutVars>
          <dgm:dir/>
          <dgm:resizeHandles val="exact"/>
        </dgm:presLayoutVars>
      </dgm:prSet>
      <dgm:spPr/>
    </dgm:pt>
    <dgm:pt modelId="{C27F5E0D-22C8-49CC-B32C-5381519D0CC2}" type="pres">
      <dgm:prSet presAssocID="{0E513BC9-FEDB-473C-A87A-7D9635D9E713}" presName="bkgdShp" presStyleLbl="alignAccFollowNode1" presStyleIdx="0" presStyleCnt="1"/>
      <dgm:spPr>
        <a:solidFill>
          <a:srgbClr val="FFB7DB">
            <a:alpha val="89804"/>
          </a:srgbClr>
        </a:solidFill>
      </dgm:spPr>
    </dgm:pt>
    <dgm:pt modelId="{E24E653D-01B9-4E27-9EDF-7FECFA787434}" type="pres">
      <dgm:prSet presAssocID="{0E513BC9-FEDB-473C-A87A-7D9635D9E713}" presName="linComp" presStyleCnt="0"/>
      <dgm:spPr/>
    </dgm:pt>
    <dgm:pt modelId="{851A623C-8105-4085-AC63-597261E29126}" type="pres">
      <dgm:prSet presAssocID="{54B2F04A-A9EA-46B6-A614-0A6D4F5D066A}" presName="compNode" presStyleCnt="0"/>
      <dgm:spPr/>
    </dgm:pt>
    <dgm:pt modelId="{E6B89292-531D-49B3-ABF9-9C37C21E3337}" type="pres">
      <dgm:prSet presAssocID="{54B2F04A-A9EA-46B6-A614-0A6D4F5D066A}" presName="node" presStyleLbl="node1" presStyleIdx="0" presStyleCnt="3">
        <dgm:presLayoutVars>
          <dgm:bulletEnabled val="1"/>
        </dgm:presLayoutVars>
      </dgm:prSet>
      <dgm:spPr/>
    </dgm:pt>
    <dgm:pt modelId="{CA6C92B1-C947-433C-9936-7A4D031C4DCB}" type="pres">
      <dgm:prSet presAssocID="{54B2F04A-A9EA-46B6-A614-0A6D4F5D066A}" presName="invisiNode" presStyleLbl="node1" presStyleIdx="0" presStyleCnt="3"/>
      <dgm:spPr/>
    </dgm:pt>
    <dgm:pt modelId="{2D5C3AEF-5DB5-4A2D-BD1C-57FBEB8964DA}" type="pres">
      <dgm:prSet presAssocID="{54B2F04A-A9EA-46B6-A614-0A6D4F5D066A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B1CF1831-B953-48E3-93FC-7B96236CB706}" type="pres">
      <dgm:prSet presAssocID="{55EE8DB8-F9F9-459C-95E4-C4805A451F6A}" presName="sibTrans" presStyleLbl="sibTrans2D1" presStyleIdx="0" presStyleCnt="0"/>
      <dgm:spPr/>
    </dgm:pt>
    <dgm:pt modelId="{53239878-464E-4BD1-BD97-AAC3C6307980}" type="pres">
      <dgm:prSet presAssocID="{053D3FDF-9516-4251-9483-0794FE47AB9B}" presName="compNode" presStyleCnt="0"/>
      <dgm:spPr/>
    </dgm:pt>
    <dgm:pt modelId="{3ED24FAD-7974-40A0-8699-487F9D0AD311}" type="pres">
      <dgm:prSet presAssocID="{053D3FDF-9516-4251-9483-0794FE47AB9B}" presName="node" presStyleLbl="node1" presStyleIdx="1" presStyleCnt="3">
        <dgm:presLayoutVars>
          <dgm:bulletEnabled val="1"/>
        </dgm:presLayoutVars>
      </dgm:prSet>
      <dgm:spPr/>
    </dgm:pt>
    <dgm:pt modelId="{B49BE2C0-3E09-4B6E-ACD5-C4E3B0010C85}" type="pres">
      <dgm:prSet presAssocID="{053D3FDF-9516-4251-9483-0794FE47AB9B}" presName="invisiNode" presStyleLbl="node1" presStyleIdx="1" presStyleCnt="3"/>
      <dgm:spPr/>
    </dgm:pt>
    <dgm:pt modelId="{FE6DE481-1C2B-4DE7-90C3-05B11E432109}" type="pres">
      <dgm:prSet presAssocID="{053D3FDF-9516-4251-9483-0794FE47AB9B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45000" b="-45000"/>
          </a:stretch>
        </a:blipFill>
      </dgm:spPr>
    </dgm:pt>
    <dgm:pt modelId="{B0EE7763-39DB-49C4-B260-D0392CAB46EE}" type="pres">
      <dgm:prSet presAssocID="{DA19AD40-AB70-4E15-88A6-9A23200255C2}" presName="sibTrans" presStyleLbl="sibTrans2D1" presStyleIdx="0" presStyleCnt="0"/>
      <dgm:spPr/>
    </dgm:pt>
    <dgm:pt modelId="{B1E7AF31-D1C4-4C32-A33E-BF23DEB3276A}" type="pres">
      <dgm:prSet presAssocID="{81061B31-87A1-4C0C-A7BA-EACBA5EEB446}" presName="compNode" presStyleCnt="0"/>
      <dgm:spPr/>
    </dgm:pt>
    <dgm:pt modelId="{713EC710-B74F-4F01-A198-C5020341C443}" type="pres">
      <dgm:prSet presAssocID="{81061B31-87A1-4C0C-A7BA-EACBA5EEB446}" presName="node" presStyleLbl="node1" presStyleIdx="2" presStyleCnt="3">
        <dgm:presLayoutVars>
          <dgm:bulletEnabled val="1"/>
        </dgm:presLayoutVars>
      </dgm:prSet>
      <dgm:spPr/>
    </dgm:pt>
    <dgm:pt modelId="{12BD32B5-09D3-4EBA-AF6C-1DB3216595B5}" type="pres">
      <dgm:prSet presAssocID="{81061B31-87A1-4C0C-A7BA-EACBA5EEB446}" presName="invisiNode" presStyleLbl="node1" presStyleIdx="2" presStyleCnt="3"/>
      <dgm:spPr/>
    </dgm:pt>
    <dgm:pt modelId="{4313A1F1-8331-4023-8642-15E0F7067152}" type="pres">
      <dgm:prSet presAssocID="{81061B31-87A1-4C0C-A7BA-EACBA5EEB446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</dgm:ptLst>
  <dgm:cxnLst>
    <dgm:cxn modelId="{95AD9A08-2515-4043-9481-FF9381F56A6C}" type="presOf" srcId="{0E513BC9-FEDB-473C-A87A-7D9635D9E713}" destId="{F89A72B7-075A-4D29-940A-D9F6D7660DEE}" srcOrd="0" destOrd="0" presId="urn:microsoft.com/office/officeart/2005/8/layout/pList2"/>
    <dgm:cxn modelId="{3B9C2B10-5884-414B-A459-D0BE0B12E502}" type="presOf" srcId="{81061B31-87A1-4C0C-A7BA-EACBA5EEB446}" destId="{713EC710-B74F-4F01-A198-C5020341C443}" srcOrd="0" destOrd="0" presId="urn:microsoft.com/office/officeart/2005/8/layout/pList2"/>
    <dgm:cxn modelId="{C4D93E68-DBBF-430F-847E-2AB6640B9C00}" srcId="{0E513BC9-FEDB-473C-A87A-7D9635D9E713}" destId="{053D3FDF-9516-4251-9483-0794FE47AB9B}" srcOrd="1" destOrd="0" parTransId="{CE384803-C7FF-44AA-9E9E-4AEA3539FCB3}" sibTransId="{DA19AD40-AB70-4E15-88A6-9A23200255C2}"/>
    <dgm:cxn modelId="{0C04DB76-0CCE-4127-A06E-F2A12966F4EF}" srcId="{0E513BC9-FEDB-473C-A87A-7D9635D9E713}" destId="{54B2F04A-A9EA-46B6-A614-0A6D4F5D066A}" srcOrd="0" destOrd="0" parTransId="{1DEB250F-CD84-4613-834F-59B5D4BDFEA8}" sibTransId="{55EE8DB8-F9F9-459C-95E4-C4805A451F6A}"/>
    <dgm:cxn modelId="{A24EB57E-4C6D-49EC-BB0A-E40D77CF68D3}" type="presOf" srcId="{55EE8DB8-F9F9-459C-95E4-C4805A451F6A}" destId="{B1CF1831-B953-48E3-93FC-7B96236CB706}" srcOrd="0" destOrd="0" presId="urn:microsoft.com/office/officeart/2005/8/layout/pList2"/>
    <dgm:cxn modelId="{E62EBD84-8ED2-4CA2-B77D-30589A4269E9}" type="presOf" srcId="{54B2F04A-A9EA-46B6-A614-0A6D4F5D066A}" destId="{E6B89292-531D-49B3-ABF9-9C37C21E3337}" srcOrd="0" destOrd="0" presId="urn:microsoft.com/office/officeart/2005/8/layout/pList2"/>
    <dgm:cxn modelId="{48A75CB6-E414-4CD5-B2EE-5A4F8FD57043}" type="presOf" srcId="{053D3FDF-9516-4251-9483-0794FE47AB9B}" destId="{3ED24FAD-7974-40A0-8699-487F9D0AD311}" srcOrd="0" destOrd="0" presId="urn:microsoft.com/office/officeart/2005/8/layout/pList2"/>
    <dgm:cxn modelId="{1FD4A0DD-56E2-4534-92EF-CF89240F30B3}" type="presOf" srcId="{DA19AD40-AB70-4E15-88A6-9A23200255C2}" destId="{B0EE7763-39DB-49C4-B260-D0392CAB46EE}" srcOrd="0" destOrd="0" presId="urn:microsoft.com/office/officeart/2005/8/layout/pList2"/>
    <dgm:cxn modelId="{346548F4-4998-4CED-A5A7-CE2056DEEB30}" srcId="{0E513BC9-FEDB-473C-A87A-7D9635D9E713}" destId="{81061B31-87A1-4C0C-A7BA-EACBA5EEB446}" srcOrd="2" destOrd="0" parTransId="{B1B1E192-CA59-4E91-A5B1-C660417FC7DD}" sibTransId="{16729E29-2E66-456D-9E2F-770C3D94404A}"/>
    <dgm:cxn modelId="{4B5290CC-D669-4583-9EBE-74C4484E2C7E}" type="presParOf" srcId="{F89A72B7-075A-4D29-940A-D9F6D7660DEE}" destId="{C27F5E0D-22C8-49CC-B32C-5381519D0CC2}" srcOrd="0" destOrd="0" presId="urn:microsoft.com/office/officeart/2005/8/layout/pList2"/>
    <dgm:cxn modelId="{D6976A42-CD23-48CC-8630-AE85BE0A98A7}" type="presParOf" srcId="{F89A72B7-075A-4D29-940A-D9F6D7660DEE}" destId="{E24E653D-01B9-4E27-9EDF-7FECFA787434}" srcOrd="1" destOrd="0" presId="urn:microsoft.com/office/officeart/2005/8/layout/pList2"/>
    <dgm:cxn modelId="{FE35C712-C68C-443E-A4FC-33EE6310B198}" type="presParOf" srcId="{E24E653D-01B9-4E27-9EDF-7FECFA787434}" destId="{851A623C-8105-4085-AC63-597261E29126}" srcOrd="0" destOrd="0" presId="urn:microsoft.com/office/officeart/2005/8/layout/pList2"/>
    <dgm:cxn modelId="{98DE9BC7-5596-46E8-9D57-B0506D559550}" type="presParOf" srcId="{851A623C-8105-4085-AC63-597261E29126}" destId="{E6B89292-531D-49B3-ABF9-9C37C21E3337}" srcOrd="0" destOrd="0" presId="urn:microsoft.com/office/officeart/2005/8/layout/pList2"/>
    <dgm:cxn modelId="{3ABF672C-925C-4C33-9A3E-38E952FBBEB9}" type="presParOf" srcId="{851A623C-8105-4085-AC63-597261E29126}" destId="{CA6C92B1-C947-433C-9936-7A4D031C4DCB}" srcOrd="1" destOrd="0" presId="urn:microsoft.com/office/officeart/2005/8/layout/pList2"/>
    <dgm:cxn modelId="{2944DB05-7D8F-4715-8A80-1328EE6B4882}" type="presParOf" srcId="{851A623C-8105-4085-AC63-597261E29126}" destId="{2D5C3AEF-5DB5-4A2D-BD1C-57FBEB8964DA}" srcOrd="2" destOrd="0" presId="urn:microsoft.com/office/officeart/2005/8/layout/pList2"/>
    <dgm:cxn modelId="{CE6C483D-01D8-4237-B714-594FB31AE838}" type="presParOf" srcId="{E24E653D-01B9-4E27-9EDF-7FECFA787434}" destId="{B1CF1831-B953-48E3-93FC-7B96236CB706}" srcOrd="1" destOrd="0" presId="urn:microsoft.com/office/officeart/2005/8/layout/pList2"/>
    <dgm:cxn modelId="{51755ACB-74AD-42CC-8402-48024845A6E9}" type="presParOf" srcId="{E24E653D-01B9-4E27-9EDF-7FECFA787434}" destId="{53239878-464E-4BD1-BD97-AAC3C6307980}" srcOrd="2" destOrd="0" presId="urn:microsoft.com/office/officeart/2005/8/layout/pList2"/>
    <dgm:cxn modelId="{8BC6E45C-31C2-415E-AC15-72FC1680B5BF}" type="presParOf" srcId="{53239878-464E-4BD1-BD97-AAC3C6307980}" destId="{3ED24FAD-7974-40A0-8699-487F9D0AD311}" srcOrd="0" destOrd="0" presId="urn:microsoft.com/office/officeart/2005/8/layout/pList2"/>
    <dgm:cxn modelId="{EB8EC95E-5B74-4472-A16A-03E006E88B28}" type="presParOf" srcId="{53239878-464E-4BD1-BD97-AAC3C6307980}" destId="{B49BE2C0-3E09-4B6E-ACD5-C4E3B0010C85}" srcOrd="1" destOrd="0" presId="urn:microsoft.com/office/officeart/2005/8/layout/pList2"/>
    <dgm:cxn modelId="{D294688D-F82F-4A2C-A2B1-5B19D00B7C52}" type="presParOf" srcId="{53239878-464E-4BD1-BD97-AAC3C6307980}" destId="{FE6DE481-1C2B-4DE7-90C3-05B11E432109}" srcOrd="2" destOrd="0" presId="urn:microsoft.com/office/officeart/2005/8/layout/pList2"/>
    <dgm:cxn modelId="{561E2097-8C0B-4261-A215-89C0A6CD4049}" type="presParOf" srcId="{E24E653D-01B9-4E27-9EDF-7FECFA787434}" destId="{B0EE7763-39DB-49C4-B260-D0392CAB46EE}" srcOrd="3" destOrd="0" presId="urn:microsoft.com/office/officeart/2005/8/layout/pList2"/>
    <dgm:cxn modelId="{483DF640-84CD-421D-84E2-D376DADD5C3E}" type="presParOf" srcId="{E24E653D-01B9-4E27-9EDF-7FECFA787434}" destId="{B1E7AF31-D1C4-4C32-A33E-BF23DEB3276A}" srcOrd="4" destOrd="0" presId="urn:microsoft.com/office/officeart/2005/8/layout/pList2"/>
    <dgm:cxn modelId="{9EA29F7B-FADF-43F1-9590-14EDFB865894}" type="presParOf" srcId="{B1E7AF31-D1C4-4C32-A33E-BF23DEB3276A}" destId="{713EC710-B74F-4F01-A198-C5020341C443}" srcOrd="0" destOrd="0" presId="urn:microsoft.com/office/officeart/2005/8/layout/pList2"/>
    <dgm:cxn modelId="{D45171B5-4FA0-4D35-8DDE-1A1E9A835899}" type="presParOf" srcId="{B1E7AF31-D1C4-4C32-A33E-BF23DEB3276A}" destId="{12BD32B5-09D3-4EBA-AF6C-1DB3216595B5}" srcOrd="1" destOrd="0" presId="urn:microsoft.com/office/officeart/2005/8/layout/pList2"/>
    <dgm:cxn modelId="{31F67E10-434D-4C86-AF60-17AA945AC4CA}" type="presParOf" srcId="{B1E7AF31-D1C4-4C32-A33E-BF23DEB3276A}" destId="{4313A1F1-8331-4023-8642-15E0F706715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2A65F-87F8-471A-A8FE-8C2558F3BFFC}">
      <dsp:nvSpPr>
        <dsp:cNvPr id="0" name=""/>
        <dsp:cNvSpPr/>
      </dsp:nvSpPr>
      <dsp:spPr>
        <a:xfrm>
          <a:off x="0" y="457173"/>
          <a:ext cx="11623989" cy="1204875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Классическая архитектура, где вы вручную выбираете размер вычислительных узлов (инстансов). Подходит для систем с предсказуемой и стабильной нагрузкой. Данные хранятся в общем томе, который автоматически увеличивается в размере по мере необходимости (вплоть до 128 ТБ).</a:t>
          </a:r>
          <a:endParaRPr lang="ru-RU" sz="1700" kern="1200" dirty="0"/>
        </a:p>
      </dsp:txBody>
      <dsp:txXfrm>
        <a:off x="0" y="457173"/>
        <a:ext cx="11623989" cy="1204875"/>
      </dsp:txXfrm>
    </dsp:sp>
    <dsp:sp modelId="{94981BE3-B611-4D3E-8AB2-65FE793B3DC2}">
      <dsp:nvSpPr>
        <dsp:cNvPr id="0" name=""/>
        <dsp:cNvSpPr/>
      </dsp:nvSpPr>
      <dsp:spPr>
        <a:xfrm>
          <a:off x="581199" y="206253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Standard (Provisioned)</a:t>
          </a:r>
          <a:endParaRPr lang="ru-RU" sz="1700" kern="1200" dirty="0"/>
        </a:p>
      </dsp:txBody>
      <dsp:txXfrm>
        <a:off x="605697" y="230751"/>
        <a:ext cx="8087796" cy="452844"/>
      </dsp:txXfrm>
    </dsp:sp>
    <dsp:sp modelId="{5902DCC6-891F-4F23-A604-EAC3BCEA731A}">
      <dsp:nvSpPr>
        <dsp:cNvPr id="0" name=""/>
        <dsp:cNvSpPr/>
      </dsp:nvSpPr>
      <dsp:spPr>
        <a:xfrm>
          <a:off x="0" y="2004768"/>
          <a:ext cx="11623989" cy="1204875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000000"/>
            </a:buClr>
            <a:buSzPts val="1100"/>
            <a:buFont typeface="+mj-lt"/>
            <a:buAutoNum type="arabicPeriod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Бессерверный вариант для переменчивых нагрузок. В версии Serverless v2 база данных масштабируется за доли секунды, добавляя или убирая ресурсы порциями по 0.5 ACU (Aurora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Capacity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 Разработчикам вообще не нужно думать о выделении серверов — база сама подстраивается под скачки трафика.</a:t>
          </a:r>
          <a:endParaRPr lang="ru-RU" sz="1700" kern="1200" dirty="0"/>
        </a:p>
      </dsp:txBody>
      <dsp:txXfrm>
        <a:off x="0" y="2004768"/>
        <a:ext cx="11623989" cy="1204875"/>
      </dsp:txXfrm>
    </dsp:sp>
    <dsp:sp modelId="{87F3FCA4-5D08-4CEB-9A40-55FD54641E02}">
      <dsp:nvSpPr>
        <dsp:cNvPr id="0" name=""/>
        <dsp:cNvSpPr/>
      </dsp:nvSpPr>
      <dsp:spPr>
        <a:xfrm>
          <a:off x="581199" y="1753848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Serverless (v1 и v2)</a:t>
          </a:r>
          <a:endParaRPr lang="ru-RU" sz="1700" kern="1200" dirty="0"/>
        </a:p>
      </dsp:txBody>
      <dsp:txXfrm>
        <a:off x="605697" y="1778346"/>
        <a:ext cx="8087796" cy="452844"/>
      </dsp:txXfrm>
    </dsp:sp>
    <dsp:sp modelId="{FC9100F4-EEC4-4296-A3C5-89FD16F750D0}">
      <dsp:nvSpPr>
        <dsp:cNvPr id="0" name=""/>
        <dsp:cNvSpPr/>
      </dsp:nvSpPr>
      <dsp:spPr>
        <a:xfrm>
          <a:off x="0" y="3552363"/>
          <a:ext cx="11623989" cy="16600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Новейшая итерация, представленная в 2024 году. Это полностью распределенная база данных с архитектурой "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active-active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", способная записывать данные одновременно в нескольких регионах. Она обеспечивает доступность на уровне 99.999% и использует уникальную архитектуру без блокировок (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lockless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): за консистентность транзакций отвечают специальные узлы-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Adjudicators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, а тарификация идет в DPU (Distributed Processing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</a:t>
          </a:r>
          <a:endParaRPr lang="ru-RU" sz="1700" kern="1200" dirty="0"/>
        </a:p>
      </dsp:txBody>
      <dsp:txXfrm>
        <a:off x="0" y="3552363"/>
        <a:ext cx="11623989" cy="1660050"/>
      </dsp:txXfrm>
    </dsp:sp>
    <dsp:sp modelId="{4959A45E-7A33-494A-B775-F5FE95DC74F8}">
      <dsp:nvSpPr>
        <dsp:cNvPr id="0" name=""/>
        <dsp:cNvSpPr/>
      </dsp:nvSpPr>
      <dsp:spPr>
        <a:xfrm>
          <a:off x="581199" y="3301443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DSQL (Distributed SQL) </a:t>
          </a:r>
          <a:endParaRPr lang="ru-RU" sz="1700" kern="1200" dirty="0"/>
        </a:p>
      </dsp:txBody>
      <dsp:txXfrm>
        <a:off x="605697" y="3325941"/>
        <a:ext cx="808779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7B459-5251-4948-AB84-169C0E40192D}">
      <dsp:nvSpPr>
        <dsp:cNvPr id="0" name=""/>
        <dsp:cNvSpPr/>
      </dsp:nvSpPr>
      <dsp:spPr>
        <a:xfrm>
          <a:off x="5665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 облачных базах фокус смещен на пропускную способность сети, а не на скорость процессора или дисков.</a:t>
          </a:r>
          <a:endParaRPr lang="ru-RU" sz="1600" kern="1200" dirty="0">
            <a:latin typeface="Bahnschrift SemiCondensed" panose="020B0502040204020203" pitchFamily="34" charset="0"/>
          </a:endParaRPr>
        </a:p>
      </dsp:txBody>
      <dsp:txXfrm>
        <a:off x="49341" y="1303089"/>
        <a:ext cx="2213713" cy="1403853"/>
      </dsp:txXfrm>
    </dsp:sp>
    <dsp:sp modelId="{DFD30FF0-8798-448A-82F2-86FF2C5D129C}">
      <dsp:nvSpPr>
        <dsp:cNvPr id="0" name=""/>
        <dsp:cNvSpPr/>
      </dsp:nvSpPr>
      <dsp:spPr>
        <a:xfrm>
          <a:off x="1257740" y="1563950"/>
          <a:ext cx="2755524" cy="2755524"/>
        </a:xfrm>
        <a:prstGeom prst="leftCircularArrow">
          <a:avLst>
            <a:gd name="adj1" fmla="val 3939"/>
            <a:gd name="adj2" fmla="val 493986"/>
            <a:gd name="adj3" fmla="val 2269497"/>
            <a:gd name="adj4" fmla="val 9024489"/>
            <a:gd name="adj5" fmla="val 4596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661C2-DD84-4FEE-AA06-62A31BED3DDA}">
      <dsp:nvSpPr>
        <dsp:cNvPr id="0" name=""/>
        <dsp:cNvSpPr/>
      </dsp:nvSpPr>
      <dsp:spPr>
        <a:xfrm>
          <a:off x="517013" y="2750619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Решение проблемы узкого места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40836" y="2774442"/>
        <a:ext cx="1997745" cy="765738"/>
      </dsp:txXfrm>
    </dsp:sp>
    <dsp:sp modelId="{D1146729-3E2D-4383-B872-A0070BDD1A73}">
      <dsp:nvSpPr>
        <dsp:cNvPr id="0" name=""/>
        <dsp:cNvSpPr/>
      </dsp:nvSpPr>
      <dsp:spPr>
        <a:xfrm>
          <a:off x="3079327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Вычислительные мощности полностью отделены от уровня хранения.</a:t>
          </a:r>
          <a:endParaRPr lang="ru-RU" sz="1600" kern="1200" dirty="0">
            <a:latin typeface="Bahnschrift SemiCondensed" panose="020B0502040204020203" pitchFamily="34" charset="0"/>
          </a:endParaRPr>
        </a:p>
      </dsp:txBody>
      <dsp:txXfrm>
        <a:off x="3123003" y="1709781"/>
        <a:ext cx="2213713" cy="1403853"/>
      </dsp:txXfrm>
    </dsp:sp>
    <dsp:sp modelId="{E7861D31-310D-4D69-ABAD-E3DF843D892B}">
      <dsp:nvSpPr>
        <dsp:cNvPr id="0" name=""/>
        <dsp:cNvSpPr/>
      </dsp:nvSpPr>
      <dsp:spPr>
        <a:xfrm>
          <a:off x="4312227" y="22834"/>
          <a:ext cx="3049549" cy="3049549"/>
        </a:xfrm>
        <a:prstGeom prst="circularArrow">
          <a:avLst>
            <a:gd name="adj1" fmla="val 3560"/>
            <a:gd name="adj2" fmla="val 442302"/>
            <a:gd name="adj3" fmla="val 19382187"/>
            <a:gd name="adj4" fmla="val 12575511"/>
            <a:gd name="adj5" fmla="val 4153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19228-F204-4E27-9E09-DCA3453A9C98}">
      <dsp:nvSpPr>
        <dsp:cNvPr id="0" name=""/>
        <dsp:cNvSpPr/>
      </dsp:nvSpPr>
      <dsp:spPr>
        <a:xfrm>
          <a:off x="3590675" y="852721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Дезагрегация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3614498" y="876544"/>
        <a:ext cx="1997745" cy="765738"/>
      </dsp:txXfrm>
    </dsp:sp>
    <dsp:sp modelId="{EC93211F-0B6B-4452-88D4-9331777CB7E2}">
      <dsp:nvSpPr>
        <dsp:cNvPr id="0" name=""/>
        <dsp:cNvSpPr/>
      </dsp:nvSpPr>
      <dsp:spPr>
        <a:xfrm>
          <a:off x="6152989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Вычислительный узел отправляет на хранение только крошечные записи (</a:t>
          </a:r>
          <a:r>
            <a:rPr kumimoji="0" lang="ru-RU" altLang="ru-RU" sz="16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redo</a:t>
          </a: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log </a:t>
          </a:r>
          <a:r>
            <a:rPr kumimoji="0" lang="ru-RU" altLang="ru-RU" sz="16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records</a:t>
          </a: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), а не тяжелые страницы данных.</a:t>
          </a:r>
          <a:endParaRPr lang="ru-RU" sz="1600" kern="1200" dirty="0">
            <a:latin typeface="Bahnschrift SemiCondensed" panose="020B0502040204020203" pitchFamily="34" charset="0"/>
          </a:endParaRPr>
        </a:p>
      </dsp:txBody>
      <dsp:txXfrm>
        <a:off x="6196665" y="1303089"/>
        <a:ext cx="2213713" cy="1403853"/>
      </dsp:txXfrm>
    </dsp:sp>
    <dsp:sp modelId="{644DB3AF-2DDE-45C1-A27D-FC871A2CE27A}">
      <dsp:nvSpPr>
        <dsp:cNvPr id="0" name=""/>
        <dsp:cNvSpPr/>
      </dsp:nvSpPr>
      <dsp:spPr>
        <a:xfrm>
          <a:off x="7405064" y="1563950"/>
          <a:ext cx="2755524" cy="2755524"/>
        </a:xfrm>
        <a:prstGeom prst="leftCircularArrow">
          <a:avLst>
            <a:gd name="adj1" fmla="val 3939"/>
            <a:gd name="adj2" fmla="val 493986"/>
            <a:gd name="adj3" fmla="val 2269497"/>
            <a:gd name="adj4" fmla="val 9024489"/>
            <a:gd name="adj5" fmla="val 4596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6F6FD-3F88-4890-B7B4-4FA243016E74}">
      <dsp:nvSpPr>
        <dsp:cNvPr id="0" name=""/>
        <dsp:cNvSpPr/>
      </dsp:nvSpPr>
      <dsp:spPr>
        <a:xfrm>
          <a:off x="6664337" y="2750619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Принцип «Журнал — это база данных»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6688160" y="2774442"/>
        <a:ext cx="1997745" cy="765738"/>
      </dsp:txXfrm>
    </dsp:sp>
    <dsp:sp modelId="{A4859E86-61B9-4584-AFBB-C24AC8AB8A23}">
      <dsp:nvSpPr>
        <dsp:cNvPr id="0" name=""/>
        <dsp:cNvSpPr/>
      </dsp:nvSpPr>
      <dsp:spPr>
        <a:xfrm>
          <a:off x="9226651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ru-RU" altLang="ru-RU" sz="1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Радикальное снижение нагрузки на сеть по сравнению с классическими СУБД.</a:t>
          </a:r>
          <a:endParaRPr lang="ru-RU" sz="1600" kern="1200" dirty="0">
            <a:latin typeface="Bahnschrift SemiCondensed" panose="020B0502040204020203" pitchFamily="34" charset="0"/>
          </a:endParaRPr>
        </a:p>
      </dsp:txBody>
      <dsp:txXfrm>
        <a:off x="9270327" y="1709781"/>
        <a:ext cx="2213713" cy="1403853"/>
      </dsp:txXfrm>
    </dsp:sp>
    <dsp:sp modelId="{04CEC580-D103-4410-A54F-969DF71AA792}">
      <dsp:nvSpPr>
        <dsp:cNvPr id="0" name=""/>
        <dsp:cNvSpPr/>
      </dsp:nvSpPr>
      <dsp:spPr>
        <a:xfrm>
          <a:off x="9737999" y="852721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Результат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9761822" y="876544"/>
        <a:ext cx="1997745" cy="7657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43713-D6B7-4901-B6E6-F3AD6216FF8B}">
      <dsp:nvSpPr>
        <dsp:cNvPr id="0" name=""/>
        <dsp:cNvSpPr/>
      </dsp:nvSpPr>
      <dsp:spPr>
        <a:xfrm rot="10800000">
          <a:off x="5459339" y="1328394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D31C7-04DA-4382-B1C1-9890E92EE466}">
      <dsp:nvSpPr>
        <dsp:cNvPr id="0" name=""/>
        <dsp:cNvSpPr/>
      </dsp:nvSpPr>
      <dsp:spPr>
        <a:xfrm>
          <a:off x="5055949" y="33157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Сегментация данных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119220" y="96428"/>
        <a:ext cx="1724794" cy="1169333"/>
      </dsp:txXfrm>
    </dsp:sp>
    <dsp:sp modelId="{063A2294-9815-42A7-8593-C2B84B664E44}">
      <dsp:nvSpPr>
        <dsp:cNvPr id="0" name=""/>
        <dsp:cNvSpPr/>
      </dsp:nvSpPr>
      <dsp:spPr>
        <a:xfrm>
          <a:off x="3728906" y="156749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48CFD9-5D30-46D0-8239-540FA8B98EAA}">
      <dsp:nvSpPr>
        <dsp:cNvPr id="0" name=""/>
        <dsp:cNvSpPr/>
      </dsp:nvSpPr>
      <dsp:spPr>
        <a:xfrm rot="10800000">
          <a:off x="3933717" y="2784090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08273-BBB7-418D-BC19-FE594D9A8BED}">
      <dsp:nvSpPr>
        <dsp:cNvPr id="0" name=""/>
        <dsp:cNvSpPr/>
      </dsp:nvSpPr>
      <dsp:spPr>
        <a:xfrm>
          <a:off x="3530327" y="1488853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Масштабная репликация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3593598" y="1552124"/>
        <a:ext cx="1724794" cy="1169333"/>
      </dsp:txXfrm>
    </dsp:sp>
    <dsp:sp modelId="{29F90E9F-142B-4ADB-9B4C-B53DFA89E912}">
      <dsp:nvSpPr>
        <dsp:cNvPr id="0" name=""/>
        <dsp:cNvSpPr/>
      </dsp:nvSpPr>
      <dsp:spPr>
        <a:xfrm>
          <a:off x="2203284" y="1612445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90AFB-8209-41EE-8079-D0DC6D74980C}">
      <dsp:nvSpPr>
        <dsp:cNvPr id="0" name=""/>
        <dsp:cNvSpPr/>
      </dsp:nvSpPr>
      <dsp:spPr>
        <a:xfrm rot="10800000">
          <a:off x="2408095" y="4239786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E76E8-B03B-4D2D-93C6-734994DB8CAB}">
      <dsp:nvSpPr>
        <dsp:cNvPr id="0" name=""/>
        <dsp:cNvSpPr/>
      </dsp:nvSpPr>
      <dsp:spPr>
        <a:xfrm>
          <a:off x="2004705" y="2944549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Строгая математическая модель кворумов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2067976" y="3007820"/>
        <a:ext cx="1724794" cy="1169333"/>
      </dsp:txXfrm>
    </dsp:sp>
    <dsp:sp modelId="{95D0822E-22D3-47C2-B91B-91C0930FA54A}">
      <dsp:nvSpPr>
        <dsp:cNvPr id="0" name=""/>
        <dsp:cNvSpPr/>
      </dsp:nvSpPr>
      <dsp:spPr>
        <a:xfrm>
          <a:off x="677662" y="3068140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B5A12-053B-436F-A301-5C3F2D7DCFA1}">
      <dsp:nvSpPr>
        <dsp:cNvPr id="0" name=""/>
        <dsp:cNvSpPr/>
      </dsp:nvSpPr>
      <dsp:spPr>
        <a:xfrm>
          <a:off x="479083" y="4400245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Идеальная выживаемость</a:t>
          </a:r>
          <a:r>
            <a:rPr kumimoji="0" lang="ru-RU" altLang="ru-RU" sz="1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42354" y="4463516"/>
        <a:ext cx="1724794" cy="1169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800" b="1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DECLARE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SET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num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: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47820"/>
          <a:ext cx="11853730" cy="15151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Sever!'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+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Server!'</a:t>
          </a:r>
          <a:endParaRPr lang="ru-RU" sz="2600" kern="1200" dirty="0"/>
        </a:p>
      </dsp:txBody>
      <dsp:txXfrm>
        <a:off x="0" y="447820"/>
        <a:ext cx="11853730" cy="1515150"/>
      </dsp:txXfrm>
    </dsp:sp>
    <dsp:sp modelId="{63382FD0-DFF6-4D2E-B733-0979797E3569}">
      <dsp:nvSpPr>
        <dsp:cNvPr id="0" name=""/>
        <dsp:cNvSpPr/>
      </dsp:nvSpPr>
      <dsp:spPr>
        <a:xfrm>
          <a:off x="592686" y="64060"/>
          <a:ext cx="8297611" cy="76752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01527"/>
        <a:ext cx="8222677" cy="692586"/>
      </dsp:txXfrm>
    </dsp:sp>
    <dsp:sp modelId="{6B2E06EE-703F-4BA5-A342-A26F90108D78}">
      <dsp:nvSpPr>
        <dsp:cNvPr id="0" name=""/>
        <dsp:cNvSpPr/>
      </dsp:nvSpPr>
      <dsp:spPr>
        <a:xfrm>
          <a:off x="0" y="248713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'MySQL!'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</dsp:txBody>
      <dsp:txXfrm>
        <a:off x="0" y="2487130"/>
        <a:ext cx="11853730" cy="1105650"/>
      </dsp:txXfrm>
    </dsp:sp>
    <dsp:sp modelId="{B8456735-7240-4CE7-8A34-A1067C0F1215}">
      <dsp:nvSpPr>
        <dsp:cNvPr id="0" name=""/>
        <dsp:cNvSpPr/>
      </dsp:nvSpPr>
      <dsp:spPr>
        <a:xfrm>
          <a:off x="592686" y="2103370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2140837"/>
        <a:ext cx="8222677" cy="692586"/>
      </dsp:txXfrm>
    </dsp:sp>
    <dsp:sp modelId="{64B045CE-DB3D-42F2-8E22-945B1065BFE2}">
      <dsp:nvSpPr>
        <dsp:cNvPr id="0" name=""/>
        <dsp:cNvSpPr/>
      </dsp:nvSpPr>
      <dsp:spPr>
        <a:xfrm>
          <a:off x="0" y="4116941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||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</a:t>
          </a:r>
          <a:r>
            <a:rPr lang="en-US" sz="2600" b="0" i="0" kern="1200" dirty="0" err="1">
              <a:solidFill>
                <a:srgbClr val="880000"/>
              </a:solidFill>
              <a:effectLst/>
              <a:latin typeface="Lucida Console" panose="020B0609040504020204" pitchFamily="49" charset="0"/>
            </a:rPr>
            <a:t>PostgeSQL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!'</a:t>
          </a:r>
          <a:endParaRPr lang="ru-RU" sz="2600" kern="1200" dirty="0"/>
        </a:p>
      </dsp:txBody>
      <dsp:txXfrm>
        <a:off x="0" y="4116941"/>
        <a:ext cx="11853730" cy="1105650"/>
      </dsp:txXfrm>
    </dsp:sp>
    <dsp:sp modelId="{081A3DAF-E9AF-40F6-9278-D70F26D6B9A1}">
      <dsp:nvSpPr>
        <dsp:cNvPr id="0" name=""/>
        <dsp:cNvSpPr/>
      </dsp:nvSpPr>
      <dsp:spPr>
        <a:xfrm>
          <a:off x="592686" y="3733181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3770648"/>
        <a:ext cx="8222677" cy="6925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FETCH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NEXT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ONLY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GETDATE() 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NOW() 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CURRENT_TIMESTAMP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DATEADD(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DATE_ADD(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DATE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+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'5 days'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4782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600" kern="1200" dirty="0"/>
        </a:p>
      </dsp:txBody>
      <dsp:txXfrm>
        <a:off x="0" y="447820"/>
        <a:ext cx="11853730" cy="1105650"/>
      </dsp:txXfrm>
    </dsp:sp>
    <dsp:sp modelId="{63382FD0-DFF6-4D2E-B733-0979797E3569}">
      <dsp:nvSpPr>
        <dsp:cNvPr id="0" name=""/>
        <dsp:cNvSpPr/>
      </dsp:nvSpPr>
      <dsp:spPr>
        <a:xfrm>
          <a:off x="592686" y="64060"/>
          <a:ext cx="8297611" cy="76752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01527"/>
        <a:ext cx="8222677" cy="692586"/>
      </dsp:txXfrm>
    </dsp:sp>
    <dsp:sp modelId="{6B2E06EE-703F-4BA5-A342-A26F90108D78}">
      <dsp:nvSpPr>
        <dsp:cNvPr id="0" name=""/>
        <dsp:cNvSpPr/>
      </dsp:nvSpPr>
      <dsp:spPr>
        <a:xfrm>
          <a:off x="0" y="207763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</dsp:txBody>
      <dsp:txXfrm>
        <a:off x="0" y="2077630"/>
        <a:ext cx="11853730" cy="1105650"/>
      </dsp:txXfrm>
    </dsp:sp>
    <dsp:sp modelId="{B8456735-7240-4CE7-8A34-A1067C0F1215}">
      <dsp:nvSpPr>
        <dsp:cNvPr id="0" name=""/>
        <dsp:cNvSpPr/>
      </dsp:nvSpPr>
      <dsp:spPr>
        <a:xfrm>
          <a:off x="592686" y="1693870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731337"/>
        <a:ext cx="8222677" cy="692586"/>
      </dsp:txXfrm>
    </dsp:sp>
    <dsp:sp modelId="{64B045CE-DB3D-42F2-8E22-945B1065BFE2}">
      <dsp:nvSpPr>
        <dsp:cNvPr id="0" name=""/>
        <dsp:cNvSpPr/>
      </dsp:nvSpPr>
      <dsp:spPr>
        <a:xfrm>
          <a:off x="0" y="3707441"/>
          <a:ext cx="11853730" cy="15151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col::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endParaRPr lang="ru-RU" sz="2600" kern="1200" dirty="0"/>
        </a:p>
      </dsp:txBody>
      <dsp:txXfrm>
        <a:off x="0" y="3707441"/>
        <a:ext cx="11853730" cy="1515150"/>
      </dsp:txXfrm>
    </dsp:sp>
    <dsp:sp modelId="{081A3DAF-E9AF-40F6-9278-D70F26D6B9A1}">
      <dsp:nvSpPr>
        <dsp:cNvPr id="0" name=""/>
        <dsp:cNvSpPr/>
      </dsp:nvSpPr>
      <dsp:spPr>
        <a:xfrm>
          <a:off x="592686" y="3323681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3361148"/>
        <a:ext cx="8222677" cy="6925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27705"/>
          <a:ext cx="11853730" cy="1398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ISNULL(col,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400" kern="1200" dirty="0"/>
        </a:p>
      </dsp:txBody>
      <dsp:txXfrm>
        <a:off x="0" y="427705"/>
        <a:ext cx="11853730" cy="1398600"/>
      </dsp:txXfrm>
    </dsp:sp>
    <dsp:sp modelId="{63382FD0-DFF6-4D2E-B733-0979797E3569}">
      <dsp:nvSpPr>
        <dsp:cNvPr id="0" name=""/>
        <dsp:cNvSpPr/>
      </dsp:nvSpPr>
      <dsp:spPr>
        <a:xfrm>
          <a:off x="592686" y="73465"/>
          <a:ext cx="8297611" cy="70848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108050"/>
        <a:ext cx="8228441" cy="639310"/>
      </dsp:txXfrm>
    </dsp:sp>
    <dsp:sp modelId="{6B2E06EE-703F-4BA5-A342-A26F90108D78}">
      <dsp:nvSpPr>
        <dsp:cNvPr id="0" name=""/>
        <dsp:cNvSpPr/>
      </dsp:nvSpPr>
      <dsp:spPr>
        <a:xfrm>
          <a:off x="0" y="2310146"/>
          <a:ext cx="11853730" cy="1398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IFNULL(col,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</dsp:txBody>
      <dsp:txXfrm>
        <a:off x="0" y="2310146"/>
        <a:ext cx="11853730" cy="1398600"/>
      </dsp:txXfrm>
    </dsp:sp>
    <dsp:sp modelId="{B8456735-7240-4CE7-8A34-A1067C0F1215}">
      <dsp:nvSpPr>
        <dsp:cNvPr id="0" name=""/>
        <dsp:cNvSpPr/>
      </dsp:nvSpPr>
      <dsp:spPr>
        <a:xfrm>
          <a:off x="592686" y="1955906"/>
          <a:ext cx="8297611" cy="70848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1990491"/>
        <a:ext cx="8228441" cy="639310"/>
      </dsp:txXfrm>
    </dsp:sp>
    <dsp:sp modelId="{64B045CE-DB3D-42F2-8E22-945B1065BFE2}">
      <dsp:nvSpPr>
        <dsp:cNvPr id="0" name=""/>
        <dsp:cNvSpPr/>
      </dsp:nvSpPr>
      <dsp:spPr>
        <a:xfrm>
          <a:off x="0" y="4192586"/>
          <a:ext cx="11853730" cy="1020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</dsp:txBody>
      <dsp:txXfrm>
        <a:off x="0" y="4192586"/>
        <a:ext cx="11853730" cy="1020600"/>
      </dsp:txXfrm>
    </dsp:sp>
    <dsp:sp modelId="{081A3DAF-E9AF-40F6-9278-D70F26D6B9A1}">
      <dsp:nvSpPr>
        <dsp:cNvPr id="0" name=""/>
        <dsp:cNvSpPr/>
      </dsp:nvSpPr>
      <dsp:spPr>
        <a:xfrm>
          <a:off x="592686" y="3838346"/>
          <a:ext cx="8297611" cy="70848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3872931"/>
        <a:ext cx="8228441" cy="639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F5E0D-22C8-49CC-B32C-5381519D0CC2}">
      <dsp:nvSpPr>
        <dsp:cNvPr id="0" name=""/>
        <dsp:cNvSpPr/>
      </dsp:nvSpPr>
      <dsp:spPr>
        <a:xfrm>
          <a:off x="0" y="0"/>
          <a:ext cx="11972759" cy="2521714"/>
        </a:xfrm>
        <a:prstGeom prst="roundRect">
          <a:avLst>
            <a:gd name="adj" fmla="val 10000"/>
          </a:avLst>
        </a:prstGeom>
        <a:solidFill>
          <a:srgbClr val="FFB7DB">
            <a:alpha val="89804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C3AEF-5DB5-4A2D-BD1C-57FBEB8964DA}">
      <dsp:nvSpPr>
        <dsp:cNvPr id="0" name=""/>
        <dsp:cNvSpPr/>
      </dsp:nvSpPr>
      <dsp:spPr>
        <a:xfrm>
          <a:off x="359182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89292-531D-49B3-ABF9-9C37C21E3337}">
      <dsp:nvSpPr>
        <dsp:cNvPr id="0" name=""/>
        <dsp:cNvSpPr/>
      </dsp:nvSpPr>
      <dsp:spPr>
        <a:xfrm rot="10800000">
          <a:off x="359182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Bahnschrift SemiCondensed" panose="020B0502040204020203" pitchFamily="34" charset="0"/>
            </a:rPr>
            <a:t>«Мы отказались от ограничений физических серверов и без проблем масштабируемся в облаке с помощью Aurora Serverless». - Марк Фидлер, владелец продукта BMW </a:t>
          </a:r>
          <a:r>
            <a:rPr lang="ru-RU" sz="1600" kern="1200" dirty="0" err="1">
              <a:latin typeface="Bahnschrift SemiCondensed" panose="020B0502040204020203" pitchFamily="34" charset="0"/>
            </a:rPr>
            <a:t>Messages</a:t>
          </a:r>
          <a:r>
            <a:rPr lang="ru-RU" sz="1600" kern="1200" dirty="0">
              <a:latin typeface="Bahnschrift SemiCondensed" panose="020B0502040204020203" pitchFamily="34" charset="0"/>
            </a:rPr>
            <a:t>, BMW Group.</a:t>
          </a:r>
          <a:endParaRPr lang="ru-RU" sz="1600" kern="1200" dirty="0"/>
        </a:p>
      </dsp:txBody>
      <dsp:txXfrm rot="10800000">
        <a:off x="453967" y="2521714"/>
        <a:ext cx="3327427" cy="2987311"/>
      </dsp:txXfrm>
    </dsp:sp>
    <dsp:sp modelId="{FE6DE481-1C2B-4DE7-90C3-05B11E432109}">
      <dsp:nvSpPr>
        <dsp:cNvPr id="0" name=""/>
        <dsp:cNvSpPr/>
      </dsp:nvSpPr>
      <dsp:spPr>
        <a:xfrm>
          <a:off x="4227880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45000" b="-4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24FAD-7974-40A0-8699-487F9D0AD311}">
      <dsp:nvSpPr>
        <dsp:cNvPr id="0" name=""/>
        <dsp:cNvSpPr/>
      </dsp:nvSpPr>
      <dsp:spPr>
        <a:xfrm rot="10800000">
          <a:off x="4227880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Bahnschrift SemiCondensed" panose="020B0502040204020203" pitchFamily="34" charset="0"/>
            </a:rPr>
            <a:t>«Главное преимущество Amazon Aurora — это масштабируемость, особенно если рассматривать её с точки зрения стоимости». - </a:t>
          </a:r>
          <a:r>
            <a:rPr lang="ru-RU" sz="1600" kern="1200" dirty="0" err="1">
              <a:latin typeface="Bahnschrift SemiCondensed" panose="020B0502040204020203" pitchFamily="34" charset="0"/>
            </a:rPr>
            <a:t>Сальва</a:t>
          </a:r>
          <a:r>
            <a:rPr lang="ru-RU" sz="1600" kern="1200" dirty="0">
              <a:latin typeface="Bahnschrift SemiCondensed" panose="020B0502040204020203" pitchFamily="34" charset="0"/>
            </a:rPr>
            <a:t> Юнг, главный архитектор и инженер-менеджер, Samsung.</a:t>
          </a:r>
          <a:endParaRPr lang="ru-RU" sz="1600" kern="1200" dirty="0"/>
        </a:p>
      </dsp:txBody>
      <dsp:txXfrm rot="10800000">
        <a:off x="4322665" y="2521714"/>
        <a:ext cx="3327427" cy="2987311"/>
      </dsp:txXfrm>
    </dsp:sp>
    <dsp:sp modelId="{4313A1F1-8331-4023-8642-15E0F7067152}">
      <dsp:nvSpPr>
        <dsp:cNvPr id="0" name=""/>
        <dsp:cNvSpPr/>
      </dsp:nvSpPr>
      <dsp:spPr>
        <a:xfrm>
          <a:off x="8096578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EC710-B74F-4F01-A198-C5020341C443}">
      <dsp:nvSpPr>
        <dsp:cNvPr id="0" name=""/>
        <dsp:cNvSpPr/>
      </dsp:nvSpPr>
      <dsp:spPr>
        <a:xfrm rot="10800000">
          <a:off x="8096578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Bahnschrift SemiCondensed" panose="020B0502040204020203" pitchFamily="34" charset="0"/>
            </a:rPr>
            <a:t>«Мы смогли протестировать функцию параллельных запросов Aurora, и прирост производительности оказался очень значительным. В частности, для запросов, выполняющих полное сканирование таблиц или извлечение данных из массивных индексов с миллиардами строк, мы заметили сокращение времени выполнения запроса с 32 минут до 3 минут». - </a:t>
          </a:r>
          <a:r>
            <a:rPr lang="ru-RU" sz="1600" kern="1200" dirty="0" err="1">
              <a:latin typeface="Bahnschrift SemiCondensed" panose="020B0502040204020203" pitchFamily="34" charset="0"/>
            </a:rPr>
            <a:t>Джиоти</a:t>
          </a:r>
          <a:r>
            <a:rPr lang="ru-RU" sz="1600" kern="1200" dirty="0">
              <a:latin typeface="Bahnschrift SemiCondensed" panose="020B0502040204020203" pitchFamily="34" charset="0"/>
            </a:rPr>
            <a:t> </a:t>
          </a:r>
          <a:r>
            <a:rPr lang="ru-RU" sz="1600" kern="1200" dirty="0" err="1">
              <a:latin typeface="Bahnschrift SemiCondensed" panose="020B0502040204020203" pitchFamily="34" charset="0"/>
            </a:rPr>
            <a:t>Шандил</a:t>
          </a:r>
          <a:r>
            <a:rPr lang="ru-RU" sz="1600" kern="1200" dirty="0">
              <a:latin typeface="Bahnschrift SemiCondensed" panose="020B0502040204020203" pitchFamily="34" charset="0"/>
            </a:rPr>
            <a:t>, архитектор облачных данных </a:t>
          </a:r>
          <a:r>
            <a:rPr lang="ru-RU" sz="1600" kern="1200" dirty="0" err="1">
              <a:latin typeface="Bahnschrift SemiCondensed" panose="020B0502040204020203" pitchFamily="34" charset="0"/>
            </a:rPr>
            <a:t>Netflix</a:t>
          </a:r>
          <a:r>
            <a:rPr lang="ru-RU" sz="1600" kern="1200" dirty="0">
              <a:latin typeface="Bahnschrift SemiCondensed" panose="020B0502040204020203" pitchFamily="34" charset="0"/>
            </a:rPr>
            <a:t>.</a:t>
          </a:r>
          <a:endParaRPr lang="ru-RU" sz="1600" kern="1200" dirty="0"/>
        </a:p>
      </dsp:txBody>
      <dsp:txXfrm rot="10800000">
        <a:off x="8191363" y="2521714"/>
        <a:ext cx="3327427" cy="2987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A1559-33C3-4E15-A6E7-12EABE52F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1D4538-D4B9-44E1-83AD-134280A95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20B6E-C1E7-4B3A-B683-6C9048CC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CAF6D-307F-4EE3-A71A-CCE604C2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69D56-0229-4CB3-924B-D2AD66FF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066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7982E-F5DB-4930-81B5-0EDB7FBD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D315F-1635-4874-A701-AAA7C49D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5D5921-D0C4-4411-9E43-FBAB92CC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96C947-1333-4212-ABE9-5874EF52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12A49-B898-4CFD-8554-DD7B94B5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4919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D7484-7708-4394-BD2F-95075C31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9A642B-4980-4F23-B260-E1AAD85E7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59B51A-7D5A-43BD-89F3-09B36576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C5B0CC-B865-44CF-8680-FE86AC14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B6B4D-B6C5-434C-A807-10B57F97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5353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ED65-E4CE-492B-9D1A-F2DE52D5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422E0-5AE6-44C4-B6A4-2167C720E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9BA7E0-2F0B-40DA-8073-452966882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2FB868-8738-48C5-98BB-4044E3A2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198001-340C-4064-8730-CD5CFA9E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A90BE7-3F2C-4FA5-8805-67C2F47B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441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14A9B-CE2B-476E-B4FF-81EF0A3B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9B1E2C-445D-4D67-BD2D-C4A3C10BE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3A8151-0F1B-46F5-8047-77D054159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AA24BB-C7BB-4110-A5CC-506859F88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8261C8-311D-40DD-B706-1FCBCE416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F778E8B-8317-4430-A0C5-50D48F6E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AA10AE-8DFB-4B21-B5A5-58C190D4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F66D94-FC1E-4E10-8402-D113903F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277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52A3F-1141-44B9-A7EA-6A522E58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BD00AE-D192-4466-884B-29493133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16082A-743A-46C0-9438-724A35C5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3E4C6B-38E3-43B5-9163-33C427FE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3473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A666CE-1307-4693-9A31-F4DCF95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AF3252-BD2D-4A68-9BC3-42C8BC09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351169-F074-4360-A49E-8104EB0B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3659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26FF9-546B-4EC5-A3E7-B6EC2ED8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98A5C7-4385-4661-B27A-FA951B77B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0509E0-F296-41DA-9B84-B65849B3B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FE8972-B215-4B3F-800C-06368622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B8348-6AD5-46B3-8362-6D4C2A94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57CE24-D7E2-4CDB-9753-CF04CC73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295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A0FD3-7D87-4B0A-801A-301B8817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76DC8-DF01-43D8-9271-9E6F9D37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889462-609A-41F8-9D77-DC7D3E73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82E68-E082-4178-938C-E5B82CF1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E4A7EE-384F-4EF7-8BB0-7B45932E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51425C-8203-42DC-ABE0-0A4FD877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7757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A31CD-10F7-48C0-944D-7E3D34F7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B9588C-F4B1-4217-A6D3-A7A39697F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EEEDE-13A9-4913-8DAB-9E28DACF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D990BE-7348-4C9A-8C51-03CAEAD5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3308A7-9580-4D6D-9D19-5F0462EC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4757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FA23A2-5C23-4538-B596-53110BF3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ADF67-5A88-4547-998B-1A83A4D2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5411C-A43D-450B-874D-BE534359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142CE4-A8BD-4A1B-BFC3-95DF794D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F048E-FA05-4E8F-B59F-EA32ADD7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7880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7DB">
            <a:alpha val="4117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385ED-D5D3-4C57-9B52-0981CDC9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9F3CAE-53B2-4AB6-AE86-FA0C299D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3750A1-BC6C-465E-94A9-A2855D46C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4F18-C8F8-488C-AE91-9FD592DBC4A1}" type="datetimeFigureOut">
              <a:rPr lang="ru-BY" smtClean="0"/>
              <a:t>04/07/2026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83571-C921-48E4-A933-39A16EED4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07BA7-8620-460E-89D4-56761FF2F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7834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4A7F0-B0BB-4587-A166-AB9667DCC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903" y="1196165"/>
            <a:ext cx="9848193" cy="1545022"/>
          </a:xfrm>
        </p:spPr>
        <p:txBody>
          <a:bodyPr>
            <a:noAutofit/>
          </a:bodyPr>
          <a:lstStyle/>
          <a:p>
            <a:r>
              <a:rPr lang="ru-RU" sz="72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  <a:t>СУБД </a:t>
            </a:r>
            <a:br>
              <a:rPr lang="en-US" sz="72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</a:br>
            <a:r>
              <a:rPr lang="en-US" sz="88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  <a:t>Amazon Aurora</a:t>
            </a:r>
            <a:endParaRPr lang="ru-BY" sz="7200" dirty="0">
              <a:latin typeface="Bahnschrift SemiCondensed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CDE43B-ED6F-4590-95E6-9DFF65341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3920" y="4727676"/>
            <a:ext cx="7893271" cy="1655762"/>
          </a:xfrm>
        </p:spPr>
        <p:txBody>
          <a:bodyPr/>
          <a:lstStyle/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Масленченко Ксения,</a:t>
            </a:r>
          </a:p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Тимошенко Никита, </a:t>
            </a:r>
          </a:p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Лачинов Степан</a:t>
            </a:r>
            <a:endParaRPr lang="ru-BY" dirty="0">
              <a:latin typeface="Bahnschrift Light SemiCondensed" panose="020B0502040204020203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1AA321-3D4C-48D2-9632-C7594EF8B1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5" t="11129" r="9197" b="41515"/>
          <a:stretch>
            <a:fillRect/>
          </a:stretch>
        </p:blipFill>
        <p:spPr>
          <a:xfrm>
            <a:off x="800099" y="2838450"/>
            <a:ext cx="3971925" cy="3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2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4F1E7-D90A-4A09-8C78-A4C8CAFA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28837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История создания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3BED5D2-EC5A-4DAD-B0F4-66E89887C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288" y="2906620"/>
            <a:ext cx="3159689" cy="39513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971CA-18E3-42CF-BEE0-01E9C7A571EF}"/>
              </a:ext>
            </a:extLst>
          </p:cNvPr>
          <p:cNvSpPr txBox="1"/>
          <p:nvPr/>
        </p:nvSpPr>
        <p:spPr>
          <a:xfrm>
            <a:off x="500021" y="1244391"/>
            <a:ext cx="5823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— это крупнейшая в мире комплексная облачная платформа, предоставляемая компанией Amazon с 2006 года.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B0546-3B6E-498A-B995-D375120EE9FC}"/>
              </a:ext>
            </a:extLst>
          </p:cNvPr>
          <p:cNvSpPr txBox="1"/>
          <p:nvPr/>
        </p:nvSpPr>
        <p:spPr>
          <a:xfrm>
            <a:off x="4633027" y="5498239"/>
            <a:ext cx="71147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Изначально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Aurora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поддерживала только MySQL в качестве ядра базы данных пользователя. В 2017-ом году Amazon Aurora также приобрела совместимость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44198-5FB4-4A86-B58F-1812CF4CE8E1}"/>
              </a:ext>
            </a:extLst>
          </p:cNvPr>
          <p:cNvSpPr txBox="1"/>
          <p:nvPr/>
        </p:nvSpPr>
        <p:spPr>
          <a:xfrm>
            <a:off x="2726777" y="3725463"/>
            <a:ext cx="82888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В 2014 году Энди </a:t>
            </a:r>
            <a:r>
              <a:rPr lang="ru-RU" sz="20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Джасси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 (на тот момент </a:t>
            </a:r>
            <a:r>
              <a:rPr lang="en-US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Senior Vice President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 AWS, сейчас - </a:t>
            </a:r>
            <a:r>
              <a:rPr lang="en-US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CEO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) анонсировал Aurora. </a:t>
            </a:r>
            <a:r>
              <a:rPr lang="ru-RU" sz="2000" dirty="0">
                <a:solidFill>
                  <a:srgbClr val="1F1F1F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Ц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ель создания СУБД: предоставить разработчикам облачную реляционную базу данных, которая объединяет пропускную способность и отказоустойчивость дорогих коммерческих решений, но при этом будет простой, гибкой и экономичной.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3905FA-473B-4429-80F5-FB1164CC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95" y="479740"/>
            <a:ext cx="5238473" cy="29492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FA04A5-2E6A-4EBE-9EEF-D81664E2D2B6}"/>
              </a:ext>
            </a:extLst>
          </p:cNvPr>
          <p:cNvSpPr txBox="1"/>
          <p:nvPr/>
        </p:nvSpPr>
        <p:spPr>
          <a:xfrm>
            <a:off x="2085647" y="2809371"/>
            <a:ext cx="4330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Иллюстрация к статье «Энди Джесси дал интервью FT…» на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Хабр</a:t>
            </a:r>
            <a:endParaRPr lang="ru-BY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7316D-6863-496F-AC1C-19A54AEF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339696"/>
            <a:ext cx="4365278" cy="712728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Три версии </a:t>
            </a:r>
            <a:r>
              <a:rPr lang="en-US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Aurora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5552347B-4CC4-0719-EF39-218DBAF2E1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9504151"/>
              </p:ext>
            </p:extLst>
          </p:nvPr>
        </p:nvGraphicFramePr>
        <p:xfrm>
          <a:off x="263211" y="1099637"/>
          <a:ext cx="1162398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Рисунок 17" descr="База данных контур">
            <a:extLst>
              <a:ext uri="{FF2B5EF4-FFF2-40B4-BE49-F238E27FC236}">
                <a16:creationId xmlns:a16="http://schemas.microsoft.com/office/drawing/2014/main" id="{87EBBFA7-03A3-FC33-2CC0-7635CF7E7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5299" y="182797"/>
            <a:ext cx="914400" cy="914400"/>
          </a:xfrm>
          <a:prstGeom prst="rect">
            <a:avLst/>
          </a:prstGeom>
        </p:spPr>
      </p:pic>
      <p:sp>
        <p:nvSpPr>
          <p:cNvPr id="21" name="Объект 20">
            <a:extLst>
              <a:ext uri="{FF2B5EF4-FFF2-40B4-BE49-F238E27FC236}">
                <a16:creationId xmlns:a16="http://schemas.microsoft.com/office/drawing/2014/main" id="{315CC0EC-4700-CDC5-3DD8-DE2BEA8CF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16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FFE16DD-57A1-2EAF-E920-648265D7A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339696"/>
            <a:ext cx="5762756" cy="71272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Архитектурный фундамент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643D3DA1-8861-1F41-72E9-6073C1774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3174678"/>
              </p:ext>
            </p:extLst>
          </p:nvPr>
        </p:nvGraphicFramePr>
        <p:xfrm>
          <a:off x="201471" y="1220637"/>
          <a:ext cx="11789057" cy="4416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Объект 4">
            <a:extLst>
              <a:ext uri="{FF2B5EF4-FFF2-40B4-BE49-F238E27FC236}">
                <a16:creationId xmlns:a16="http://schemas.microsoft.com/office/drawing/2014/main" id="{4F0E6C37-71A7-4359-A70B-C20CD058F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889" y="3632199"/>
            <a:ext cx="3178751" cy="3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4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9A8D0-14B2-14F6-9BF4-9D381C63B324}"/>
              </a:ext>
            </a:extLst>
          </p:cNvPr>
          <p:cNvSpPr txBox="1">
            <a:spLocks/>
          </p:cNvSpPr>
          <p:nvPr/>
        </p:nvSpPr>
        <p:spPr>
          <a:xfrm>
            <a:off x="500021" y="339696"/>
            <a:ext cx="8333428" cy="71272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Модель хранения и отказоустойчивость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C3953546-5FF9-06E8-CEDB-892E215BC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770839"/>
              </p:ext>
            </p:extLst>
          </p:nvPr>
        </p:nvGraphicFramePr>
        <p:xfrm>
          <a:off x="4429856" y="1092371"/>
          <a:ext cx="7386369" cy="5729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94FD5F-7A17-0193-3B54-960C0559874D}"/>
              </a:ext>
            </a:extLst>
          </p:cNvPr>
          <p:cNvSpPr txBox="1"/>
          <p:nvPr/>
        </p:nvSpPr>
        <p:spPr>
          <a:xfrm>
            <a:off x="4892013" y="1336228"/>
            <a:ext cx="4453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Хранилище разбивает информацию на блоки по 10 ГБ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83983-408D-47A8-4502-0D13B0BD9E77}"/>
              </a:ext>
            </a:extLst>
          </p:cNvPr>
          <p:cNvSpPr txBox="1"/>
          <p:nvPr/>
        </p:nvSpPr>
        <p:spPr>
          <a:xfrm>
            <a:off x="1930400" y="2802132"/>
            <a:ext cx="5950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sz="2400" dirty="0">
                <a:latin typeface="Bahnschrift SemiCondensed" panose="020B0502040204020203" pitchFamily="34" charset="0"/>
              </a:rPr>
              <a:t>Создается 6 копий каждого блока (по 2 копии в 3 разных зонах доступности)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47AA7E-C881-A127-E968-9C2BAC825BE9}"/>
              </a:ext>
            </a:extLst>
          </p:cNvPr>
          <p:cNvSpPr txBox="1"/>
          <p:nvPr/>
        </p:nvSpPr>
        <p:spPr>
          <a:xfrm>
            <a:off x="0" y="4268036"/>
            <a:ext cx="6461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Успешная запись: подтверждение от 4 из 6 узлов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Успешное чтение: подтверждение от 3 из 6 узлов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72571-CCAF-85FA-C3DD-873A67ABFCAB}"/>
              </a:ext>
            </a:extLst>
          </p:cNvPr>
          <p:cNvSpPr txBox="1"/>
          <p:nvPr/>
        </p:nvSpPr>
        <p:spPr>
          <a:xfrm>
            <a:off x="116813" y="5270165"/>
            <a:ext cx="477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База продолжает работу без потери данных даже при полном падении одного дата-центра и поломке еще одного диска в другом.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pic>
        <p:nvPicPr>
          <p:cNvPr id="19" name="Объект 4">
            <a:extLst>
              <a:ext uri="{FF2B5EF4-FFF2-40B4-BE49-F238E27FC236}">
                <a16:creationId xmlns:a16="http://schemas.microsoft.com/office/drawing/2014/main" id="{3B69FF2F-FC42-4AB9-BF17-85C4F6D65C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574" y="3035300"/>
            <a:ext cx="38227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6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B0A3D-DBEB-4457-9BF2-21A23D23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5425"/>
            <a:ext cx="6464300" cy="993775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Сравнение с </a:t>
            </a:r>
            <a:r>
              <a:rPr lang="en-US" dirty="0">
                <a:latin typeface="Bahnschrift SemiCondensed" panose="020B0502040204020203" pitchFamily="34" charset="0"/>
              </a:rPr>
              <a:t>MS SQL Server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E946F2-8F53-4D8F-82DA-46EF4871E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182" y="2893775"/>
            <a:ext cx="4334719" cy="4334719"/>
          </a:xfr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DC6D5D7-A8CF-470F-83AF-15CA3A069372}"/>
              </a:ext>
            </a:extLst>
          </p:cNvPr>
          <p:cNvSpPr/>
          <p:nvPr/>
        </p:nvSpPr>
        <p:spPr>
          <a:xfrm>
            <a:off x="266700" y="2317935"/>
            <a:ext cx="4076700" cy="4314640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Pay-as-you-go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система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Множественные узлы, имеющие доступ в общее хранилище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Использование сторонних сервисов 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(AWS Lambda) /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специальных плагинов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Bahnschrift SemiCondensed" panose="020B0502040204020203" pitchFamily="34" charset="0"/>
              </a:rPr>
              <a:t>pg_cron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)</a:t>
            </a:r>
            <a:endParaRPr lang="ru-RU" sz="24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89926-6057-01F7-2A38-70AC6E567611}"/>
              </a:ext>
            </a:extLst>
          </p:cNvPr>
          <p:cNvSpPr txBox="1"/>
          <p:nvPr/>
        </p:nvSpPr>
        <p:spPr>
          <a:xfrm>
            <a:off x="590549" y="1916238"/>
            <a:ext cx="18986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Bahnschrift SemiCondensed" panose="020B0502040204020203" pitchFamily="34" charset="0"/>
              </a:rPr>
              <a:t>Amazon Aurora</a:t>
            </a:r>
            <a:endParaRPr lang="ru-RU" sz="220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C357389-C3D2-5A3F-95ED-A543C4623C69}"/>
              </a:ext>
            </a:extLst>
          </p:cNvPr>
          <p:cNvSpPr/>
          <p:nvPr/>
        </p:nvSpPr>
        <p:spPr>
          <a:xfrm>
            <a:off x="8470901" y="708396"/>
            <a:ext cx="3606800" cy="315240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Покупка мощностей с большим запасом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Сложная система, постоянно копирующая данные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SQL Server Agent –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самостоятельно запускает рутины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6E642-B6FD-EF6B-1022-CECD1E28526C}"/>
              </a:ext>
            </a:extLst>
          </p:cNvPr>
          <p:cNvSpPr txBox="1"/>
          <p:nvPr/>
        </p:nvSpPr>
        <p:spPr>
          <a:xfrm>
            <a:off x="8779718" y="339064"/>
            <a:ext cx="18755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Bahnschrift SemiCondensed" panose="020B0502040204020203" pitchFamily="34" charset="0"/>
              </a:rPr>
              <a:t>MS SQL Server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16782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1605B-EF30-BE4E-CD9D-084545B2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A8577-C95C-5C0B-C6B4-83E660F9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5425"/>
            <a:ext cx="2654851" cy="993775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Синтаксис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DF6FC26-65A7-0B59-15C5-E18C3BDB228A}"/>
              </a:ext>
            </a:extLst>
          </p:cNvPr>
          <p:cNvSpPr/>
          <p:nvPr/>
        </p:nvSpPr>
        <p:spPr>
          <a:xfrm>
            <a:off x="7038973" y="5014342"/>
            <a:ext cx="1940476" cy="1409024"/>
          </a:xfrm>
          <a:prstGeom prst="roundRect">
            <a:avLst>
              <a:gd name="adj" fmla="val 15080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Aurora MySQL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7CA3BA4-590E-27C4-91F4-601B019F74DC}"/>
              </a:ext>
            </a:extLst>
          </p:cNvPr>
          <p:cNvSpPr/>
          <p:nvPr/>
        </p:nvSpPr>
        <p:spPr>
          <a:xfrm>
            <a:off x="3895174" y="2724488"/>
            <a:ext cx="3835400" cy="1219200"/>
          </a:xfrm>
          <a:prstGeom prst="roundRect">
            <a:avLst>
              <a:gd name="adj" fmla="val 22793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Amazon Aurora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не имеет собственного диалекта 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SQL</a:t>
            </a:r>
            <a:endParaRPr lang="ru-RU" sz="24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4853083-5901-CBEC-43E1-C0DCEC9CF7A8}"/>
              </a:ext>
            </a:extLst>
          </p:cNvPr>
          <p:cNvSpPr/>
          <p:nvPr/>
        </p:nvSpPr>
        <p:spPr>
          <a:xfrm>
            <a:off x="6681786" y="225426"/>
            <a:ext cx="2654851" cy="140902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Aurora PostgreSQL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47E1EC5-CA9A-6470-4237-F53E811D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8" t="15724" r="15005"/>
          <a:stretch>
            <a:fillRect/>
          </a:stretch>
        </p:blipFill>
        <p:spPr>
          <a:xfrm flipH="1">
            <a:off x="-2" y="2209800"/>
            <a:ext cx="4126375" cy="4648200"/>
          </a:xfrm>
          <a:prstGeom prst="rect">
            <a:avLst/>
          </a:prstGeom>
        </p:spPr>
      </p:pic>
      <p:cxnSp>
        <p:nvCxnSpPr>
          <p:cNvPr id="44" name="Соединитель: изогнутый 43">
            <a:extLst>
              <a:ext uri="{FF2B5EF4-FFF2-40B4-BE49-F238E27FC236}">
                <a16:creationId xmlns:a16="http://schemas.microsoft.com/office/drawing/2014/main" id="{EE317963-F939-52B4-2E02-A97550F0FE14}"/>
              </a:ext>
            </a:extLst>
          </p:cNvPr>
          <p:cNvCxnSpPr>
            <a:cxnSpLocks/>
            <a:stCxn id="12" idx="0"/>
            <a:endCxn id="15" idx="1"/>
          </p:cNvCxnSpPr>
          <p:nvPr/>
        </p:nvCxnSpPr>
        <p:spPr>
          <a:xfrm rot="5400000" flipH="1" flipV="1">
            <a:off x="5350055" y="1392757"/>
            <a:ext cx="1794550" cy="868912"/>
          </a:xfrm>
          <a:prstGeom prst="curved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изогнутый 44">
            <a:extLst>
              <a:ext uri="{FF2B5EF4-FFF2-40B4-BE49-F238E27FC236}">
                <a16:creationId xmlns:a16="http://schemas.microsoft.com/office/drawing/2014/main" id="{20FD2C26-D800-BF11-B8DA-6807CE55F89B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 rot="16200000" flipH="1">
            <a:off x="5538340" y="4218221"/>
            <a:ext cx="1775166" cy="1226099"/>
          </a:xfrm>
          <a:prstGeom prst="curved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C1E944A4-5E6C-A752-EFB8-FA60E1763EC0}"/>
              </a:ext>
            </a:extLst>
          </p:cNvPr>
          <p:cNvSpPr/>
          <p:nvPr/>
        </p:nvSpPr>
        <p:spPr>
          <a:xfrm>
            <a:off x="9633225" y="2724488"/>
            <a:ext cx="2399749" cy="140902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MS SQL Server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cxnSp>
        <p:nvCxnSpPr>
          <p:cNvPr id="67" name="Соединитель: уступ 66">
            <a:extLst>
              <a:ext uri="{FF2B5EF4-FFF2-40B4-BE49-F238E27FC236}">
                <a16:creationId xmlns:a16="http://schemas.microsoft.com/office/drawing/2014/main" id="{7C1DA1AB-C198-A449-2072-2648C270811B}"/>
              </a:ext>
            </a:extLst>
          </p:cNvPr>
          <p:cNvCxnSpPr>
            <a:stCxn id="56" idx="0"/>
            <a:endCxn id="15" idx="3"/>
          </p:cNvCxnSpPr>
          <p:nvPr/>
        </p:nvCxnSpPr>
        <p:spPr>
          <a:xfrm rot="16200000" flipV="1">
            <a:off x="9187594" y="1078981"/>
            <a:ext cx="1794550" cy="1496463"/>
          </a:xfrm>
          <a:prstGeom prst="bent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Соединитель: уступ 67">
            <a:extLst>
              <a:ext uri="{FF2B5EF4-FFF2-40B4-BE49-F238E27FC236}">
                <a16:creationId xmlns:a16="http://schemas.microsoft.com/office/drawing/2014/main" id="{E5A4EDC4-1446-A1E7-6F92-32C185DF94AD}"/>
              </a:ext>
            </a:extLst>
          </p:cNvPr>
          <p:cNvCxnSpPr>
            <a:cxnSpLocks/>
            <a:stCxn id="56" idx="2"/>
            <a:endCxn id="11" idx="3"/>
          </p:cNvCxnSpPr>
          <p:nvPr/>
        </p:nvCxnSpPr>
        <p:spPr>
          <a:xfrm rot="5400000">
            <a:off x="9113604" y="3999358"/>
            <a:ext cx="1585342" cy="1853651"/>
          </a:xfrm>
          <a:prstGeom prst="bent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D442F1C-4927-7CF9-54B0-183B50CE1E30}"/>
              </a:ext>
            </a:extLst>
          </p:cNvPr>
          <p:cNvSpPr txBox="1"/>
          <p:nvPr/>
        </p:nvSpPr>
        <p:spPr>
          <a:xfrm>
            <a:off x="9633225" y="522257"/>
            <a:ext cx="1120820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Babelfish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4ACCE7-A297-A192-A4C9-7A9705C9ADE8}"/>
              </a:ext>
            </a:extLst>
          </p:cNvPr>
          <p:cNvSpPr txBox="1"/>
          <p:nvPr/>
        </p:nvSpPr>
        <p:spPr>
          <a:xfrm>
            <a:off x="9625210" y="921704"/>
            <a:ext cx="1128835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AWS DMS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E7F06D-0174-C633-A5FD-8D1A2E7851A9}"/>
              </a:ext>
            </a:extLst>
          </p:cNvPr>
          <p:cNvSpPr txBox="1"/>
          <p:nvPr/>
        </p:nvSpPr>
        <p:spPr>
          <a:xfrm>
            <a:off x="9520451" y="5871055"/>
            <a:ext cx="1128835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AWS DMS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8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E7111-66BC-62DF-4C84-75B42142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Объявление переменных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52C0B786-2529-562D-7620-D28ED2B47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775729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828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08DF-F4A6-4E5D-7929-419ABEF1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01F14-4D30-2CB6-ADE6-041A2F45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Конкатенация строк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5E74AD7E-A9D8-0095-A618-9E446523A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873303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175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AB9B-ECBF-9D3F-C744-EA8B6D05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C6AD7-F3A7-B4F5-B1D5-D8667F52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Ограничение выборки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821682E8-57FE-5302-4031-354F42D51C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853712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2B6E-64B3-2034-1268-27352B2E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F07D3-CAC7-2293-674E-0A9E7DD2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Получение времени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157ABA17-EFC2-CBBA-CCAA-7CF3795B4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8690003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99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204F-7FA4-E8AA-AA79-DA47300F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2F6B-FECA-C151-A0B5-170C3BC7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Операции с датами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6E0801DE-93A5-42B0-1C0B-9B439077C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002744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33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25F0-4889-F380-1047-7A2040A4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A31BC-2220-887E-1E3B-762CB5CE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Приведение типов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17A0947C-57BA-BB55-24FF-9FC75EF80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3671361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157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3540-9893-C122-D0D2-BDA9D2EC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4F0E8-1C14-1BF5-DD49-FA979398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Операции с датами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85146ABD-24ED-6263-6828-B2FC05642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779436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3889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8186F-3B0E-49D2-8014-162EE97A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44" y="1850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Bahnschrift SemiCondensed" panose="020B0502040204020203" pitchFamily="34" charset="0"/>
              </a:rPr>
              <a:t>Плюсы и минусы, стоимость </a:t>
            </a:r>
            <a:endParaRPr lang="ru-BY" sz="4000" dirty="0">
              <a:latin typeface="Bahnschrift SemiCondensed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A4C86D-A75F-4EBC-ABE7-1C7E7CE91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405" y="124487"/>
            <a:ext cx="2520902" cy="3971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EB6F7-55AD-4394-92AD-099FC2104CF5}"/>
              </a:ext>
            </a:extLst>
          </p:cNvPr>
          <p:cNvSpPr txBox="1"/>
          <p:nvPr/>
        </p:nvSpPr>
        <p:spPr>
          <a:xfrm>
            <a:off x="481781" y="2018891"/>
            <a:ext cx="47895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e-BY" sz="2800" dirty="0">
                <a:latin typeface="Bahnschrift Light Condensed" panose="020B0502040204020203" pitchFamily="34" charset="0"/>
              </a:rPr>
              <a:t>Высокая производительность</a:t>
            </a:r>
            <a:endParaRPr lang="ru-RU" sz="2800" dirty="0">
              <a:latin typeface="Bahnschrift Light Condense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Доступность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Многоуровневая масштабируемость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Экономичность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Простая миграция</a:t>
            </a:r>
            <a:endParaRPr lang="ru-BY" dirty="0">
              <a:latin typeface="Bahnschrift Light Condensed" panose="020B0502040204020203" pitchFamily="34" charset="0"/>
            </a:endParaRPr>
          </a:p>
        </p:txBody>
      </p:sp>
      <p:sp>
        <p:nvSpPr>
          <p:cNvPr id="11" name="Крест 10">
            <a:extLst>
              <a:ext uri="{FF2B5EF4-FFF2-40B4-BE49-F238E27FC236}">
                <a16:creationId xmlns:a16="http://schemas.microsoft.com/office/drawing/2014/main" id="{9359CF64-9A72-4715-AA56-CCFB328A0672}"/>
              </a:ext>
            </a:extLst>
          </p:cNvPr>
          <p:cNvSpPr/>
          <p:nvPr/>
        </p:nvSpPr>
        <p:spPr>
          <a:xfrm>
            <a:off x="2124187" y="1178578"/>
            <a:ext cx="752355" cy="728421"/>
          </a:xfrm>
          <a:prstGeom prst="plus">
            <a:avLst>
              <a:gd name="adj" fmla="val 37058"/>
            </a:avLst>
          </a:prstGeom>
          <a:solidFill>
            <a:srgbClr val="FF8B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D9D0FFF-C8E8-4B2E-BAEE-BE93D6817E91}"/>
              </a:ext>
            </a:extLst>
          </p:cNvPr>
          <p:cNvSpPr/>
          <p:nvPr/>
        </p:nvSpPr>
        <p:spPr>
          <a:xfrm>
            <a:off x="7550499" y="1447298"/>
            <a:ext cx="902825" cy="190982"/>
          </a:xfrm>
          <a:prstGeom prst="rect">
            <a:avLst/>
          </a:prstGeom>
          <a:solidFill>
            <a:srgbClr val="FF8B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60209-E68F-4AB9-9770-6226907427D4}"/>
              </a:ext>
            </a:extLst>
          </p:cNvPr>
          <p:cNvSpPr txBox="1"/>
          <p:nvPr/>
        </p:nvSpPr>
        <p:spPr>
          <a:xfrm>
            <a:off x="5633544" y="2018891"/>
            <a:ext cx="44331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Привязка к экосистеме </a:t>
            </a:r>
            <a:r>
              <a:rPr lang="en-US" sz="2800" dirty="0">
                <a:latin typeface="Bahnschrift Light Condensed" panose="020B0502040204020203" pitchFamily="34" charset="0"/>
              </a:rPr>
              <a:t>AWS </a:t>
            </a:r>
            <a:endParaRPr lang="ru-RU" sz="2800" dirty="0">
              <a:latin typeface="Bahnschrift Light Condense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Различия главных и вторичных регионов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 Condensed" panose="020B0502040204020203" pitchFamily="34" charset="0"/>
              </a:rPr>
              <a:t>Нет встроенной аналитики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0D146D-8F92-4580-8225-D20488B92A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27"/>
          <a:stretch/>
        </p:blipFill>
        <p:spPr>
          <a:xfrm>
            <a:off x="3811823" y="3925239"/>
            <a:ext cx="8380178" cy="14227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F66CA82-6379-4B31-ACA9-8150A20E4B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2"/>
          <a:stretch/>
        </p:blipFill>
        <p:spPr>
          <a:xfrm>
            <a:off x="0" y="5362779"/>
            <a:ext cx="8669894" cy="149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8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B2E90-91CB-49C7-9606-223D3A84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-14918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Клиенты: реальные кейсы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3803699-0D76-B554-23C9-E73CA9802A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58969"/>
              </p:ext>
            </p:extLst>
          </p:nvPr>
        </p:nvGraphicFramePr>
        <p:xfrm>
          <a:off x="78069" y="1135780"/>
          <a:ext cx="11972759" cy="5603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552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3980</TotalTime>
  <Words>865</Words>
  <Application>Microsoft Office PowerPoint</Application>
  <PresentationFormat>Широкоэкранный</PresentationFormat>
  <Paragraphs>118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Bahnschrift Light Condensed</vt:lpstr>
      <vt:lpstr>Bahnschrift Light SemiCondensed</vt:lpstr>
      <vt:lpstr>Bahnschrift SemiCondensed</vt:lpstr>
      <vt:lpstr>Calibri</vt:lpstr>
      <vt:lpstr>Calibri Light</vt:lpstr>
      <vt:lpstr>Lucida Console</vt:lpstr>
      <vt:lpstr>Times New Roman</vt:lpstr>
      <vt:lpstr>Тема Office</vt:lpstr>
      <vt:lpstr>СУБД  Amazon Aurora</vt:lpstr>
      <vt:lpstr>История создания</vt:lpstr>
      <vt:lpstr>Три версии Aurora</vt:lpstr>
      <vt:lpstr>Архитектурный фундамент</vt:lpstr>
      <vt:lpstr>Презентация PowerPoint</vt:lpstr>
      <vt:lpstr>Сравнение с MS SQL Server</vt:lpstr>
      <vt:lpstr>Синтаксис</vt:lpstr>
      <vt:lpstr>Объявление переменных</vt:lpstr>
      <vt:lpstr>Конкатенация строк</vt:lpstr>
      <vt:lpstr>Ограничение выборки</vt:lpstr>
      <vt:lpstr>Получение времени</vt:lpstr>
      <vt:lpstr>Операции с датами</vt:lpstr>
      <vt:lpstr>Приведение типов</vt:lpstr>
      <vt:lpstr>Операции с датами</vt:lpstr>
      <vt:lpstr>Плюсы и минусы, стоимость </vt:lpstr>
      <vt:lpstr>Клиенты: реальные кейсы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Amazon Aurora</dc:title>
  <dc:creator>Ксения Масленченко</dc:creator>
  <cp:lastModifiedBy>Никита Тимошенко</cp:lastModifiedBy>
  <cp:revision>47</cp:revision>
  <dcterms:created xsi:type="dcterms:W3CDTF">2026-03-31T17:43:13Z</dcterms:created>
  <dcterms:modified xsi:type="dcterms:W3CDTF">2026-04-07T16:31:58Z</dcterms:modified>
</cp:coreProperties>
</file>